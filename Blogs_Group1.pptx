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 id="2147483660" r:id="rId2"/>
  </p:sldMasterIdLst>
  <p:notesMasterIdLst>
    <p:notesMasterId r:id="rId9"/>
  </p:notesMasterIdLst>
  <p:sldIdLst>
    <p:sldId id="359" r:id="rId3"/>
    <p:sldId id="275" r:id="rId4"/>
    <p:sldId id="368" r:id="rId5"/>
    <p:sldId id="371" r:id="rId6"/>
    <p:sldId id="372" r:id="rId7"/>
    <p:sldId id="27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테마 스타일 1 - 강조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8603FDC-E32A-4AB5-989C-0864C3EAD2B8}" styleName="테마 스타일 2 - 강조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테마 스타일 1 - 강조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73"/>
    <p:restoredTop sz="79882"/>
  </p:normalViewPr>
  <p:slideViewPr>
    <p:cSldViewPr snapToGrid="0">
      <p:cViewPr varScale="1">
        <p:scale>
          <a:sx n="92" d="100"/>
          <a:sy n="92" d="100"/>
        </p:scale>
        <p:origin x="312"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A3842D-5CA4-4481-B7F7-92B18C378292}" type="datetimeFigureOut">
              <a:rPr lang="en-IN" smtClean="0"/>
              <a:t>14/11/24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71F10B-8DFF-46E1-AC69-2BF5BE3824C2}" type="slidenum">
              <a:rPr lang="en-IN" smtClean="0"/>
              <a:t>‹#›</a:t>
            </a:fld>
            <a:endParaRPr lang="en-IN"/>
          </a:p>
        </p:txBody>
      </p:sp>
    </p:spTree>
    <p:extLst>
      <p:ext uri="{BB962C8B-B14F-4D97-AF65-F5344CB8AC3E}">
        <p14:creationId xmlns:p14="http://schemas.microsoft.com/office/powerpoint/2010/main" val="3469178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0" name="Google Shape;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38e0648da0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66344" lvl="0" indent="-466344" algn="l" rtl="0">
              <a:spcBef>
                <a:spcPts val="0"/>
              </a:spcBef>
              <a:spcAft>
                <a:spcPts val="0"/>
              </a:spcAft>
              <a:buClr>
                <a:schemeClr val="dk1"/>
              </a:buClr>
              <a:buSzPts val="2400"/>
              <a:buFont typeface="Arial"/>
              <a:buNone/>
            </a:pPr>
            <a:r>
              <a:rPr lang="en-US" dirty="0"/>
              <a:t>Machine learning models initially struggled to handle long sequences—whether text or images. Context often got lost, and relationships between distant parts were hard to capture. Attention mechanisms emerged as a solution, and the Transformer model took this innovation further, revolutionizing NLP. Today, we’ll explore this journey and how it extended into vision tasks with Vision Transformers.</a:t>
            </a:r>
            <a:br>
              <a:rPr lang="en-US" dirty="0"/>
            </a:br>
            <a:br>
              <a:rPr lang="en-US" dirty="0"/>
            </a:br>
            <a:r>
              <a:rPr lang="en-US" dirty="0"/>
              <a:t>This diagram represents the Transformer architecture, consisting of an </a:t>
            </a:r>
            <a:r>
              <a:rPr lang="en-US" b="1" dirty="0"/>
              <a:t>Encoder</a:t>
            </a:r>
            <a:r>
              <a:rPr lang="en-US" dirty="0"/>
              <a:t> (left) and a </a:t>
            </a:r>
            <a:r>
              <a:rPr lang="en-US" b="1" dirty="0"/>
              <a:t>Decoder</a:t>
            </a:r>
            <a:r>
              <a:rPr lang="en-US" dirty="0"/>
              <a:t> (right). The Encoder processes input sequences using </a:t>
            </a:r>
            <a:r>
              <a:rPr lang="en-US" b="1" dirty="0"/>
              <a:t>Multi-Head Attention</a:t>
            </a:r>
            <a:r>
              <a:rPr lang="en-US" dirty="0"/>
              <a:t> and </a:t>
            </a:r>
            <a:r>
              <a:rPr lang="en-US" b="1" dirty="0"/>
              <a:t>Feed-Forward Networks</a:t>
            </a:r>
            <a:r>
              <a:rPr lang="en-US" dirty="0"/>
              <a:t>, while the Decoder generates output sequences by combining </a:t>
            </a:r>
            <a:r>
              <a:rPr lang="en-US" b="1" dirty="0"/>
              <a:t>Masked Multi-Head Attention</a:t>
            </a:r>
            <a:r>
              <a:rPr lang="en-US" dirty="0"/>
              <a:t> and </a:t>
            </a:r>
            <a:r>
              <a:rPr lang="en-US" b="1" dirty="0"/>
              <a:t>Encoder-Decoder Attention</a:t>
            </a:r>
            <a:r>
              <a:rPr lang="en-US" dirty="0"/>
              <a:t>. Positional encoding ensures the model understands word order, and the final output is produced using a </a:t>
            </a:r>
            <a:r>
              <a:rPr lang="en-US" dirty="0" err="1"/>
              <a:t>Softmax</a:t>
            </a:r>
            <a:r>
              <a:rPr lang="en-US" dirty="0"/>
              <a:t> layer. This parallel structure enables faster and more efficient processing compared to older models like RNNs.</a:t>
            </a:r>
            <a:endParaRPr dirty="0">
              <a:solidFill>
                <a:schemeClr val="dk1"/>
              </a:solidFill>
              <a:highlight>
                <a:srgbClr val="FFFFFF"/>
              </a:highlight>
            </a:endParaRPr>
          </a:p>
        </p:txBody>
      </p:sp>
      <p:sp>
        <p:nvSpPr>
          <p:cNvPr id="62" name="Google Shape;62;g238e0648da0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4199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EDAA9709-42F2-29BA-2661-E156C748D047}"/>
            </a:ext>
          </a:extLst>
        </p:cNvPr>
        <p:cNvGrpSpPr/>
        <p:nvPr/>
      </p:nvGrpSpPr>
      <p:grpSpPr>
        <a:xfrm>
          <a:off x="0" y="0"/>
          <a:ext cx="0" cy="0"/>
          <a:chOff x="0" y="0"/>
          <a:chExt cx="0" cy="0"/>
        </a:xfrm>
      </p:grpSpPr>
      <p:sp>
        <p:nvSpPr>
          <p:cNvPr id="61" name="Google Shape;61;g238e0648da0_6_0:notes">
            <a:extLst>
              <a:ext uri="{FF2B5EF4-FFF2-40B4-BE49-F238E27FC236}">
                <a16:creationId xmlns:a16="http://schemas.microsoft.com/office/drawing/2014/main" id="{2795F39F-FE11-7DEF-0F11-BA324F8A20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highlight>
                  <a:srgbClr val="FFFFFF"/>
                </a:highlight>
              </a:rPr>
              <a:t>Seq2Seq models often struggled with long sequences because they compressed all the input into a single fixed-length vector. Attention mechanisms introduced a dynamic way to focus on the most relevant parts of the input at every step."</a:t>
            </a:r>
          </a:p>
          <a:p>
            <a:r>
              <a:rPr lang="en-US" dirty="0">
                <a:highlight>
                  <a:srgbClr val="FFFFFF"/>
                </a:highlight>
              </a:rPr>
              <a:t>"For example, self-attention allows models to look at relationships between words within a sequence. Types of attention include global, which considers the entire input, and local, which zooms in on specific areas. This breakthrough allowed models to better handle context and dependencies, paving the way for Transformers.</a:t>
            </a:r>
          </a:p>
          <a:p>
            <a:pPr marL="466344" lvl="0" indent="-466344" algn="l" rtl="0">
              <a:spcBef>
                <a:spcPts val="0"/>
              </a:spcBef>
              <a:spcAft>
                <a:spcPts val="0"/>
              </a:spcAft>
              <a:buClr>
                <a:schemeClr val="dk1"/>
              </a:buClr>
              <a:buSzPts val="2400"/>
              <a:buFont typeface="Arial"/>
              <a:buNone/>
            </a:pPr>
            <a:endParaRPr lang="en-US" dirty="0">
              <a:solidFill>
                <a:schemeClr val="dk1"/>
              </a:solidFill>
              <a:highlight>
                <a:srgbClr val="FFFFFF"/>
              </a:highlight>
            </a:endParaRPr>
          </a:p>
          <a:p>
            <a:pPr marL="466344" lvl="0" indent="-466344" algn="l" rtl="0">
              <a:spcBef>
                <a:spcPts val="0"/>
              </a:spcBef>
              <a:spcAft>
                <a:spcPts val="0"/>
              </a:spcAft>
              <a:buClr>
                <a:schemeClr val="dk1"/>
              </a:buClr>
              <a:buSzPts val="2400"/>
              <a:buFont typeface="Arial"/>
              <a:buNone/>
            </a:pPr>
            <a:endParaRPr lang="en-US" dirty="0">
              <a:solidFill>
                <a:schemeClr val="dk1"/>
              </a:solidFill>
              <a:highlight>
                <a:srgbClr val="FFFFFF"/>
              </a:highlight>
            </a:endParaRPr>
          </a:p>
          <a:p>
            <a:pPr marL="466344" lvl="0" indent="-466344" algn="l" rtl="0">
              <a:spcBef>
                <a:spcPts val="0"/>
              </a:spcBef>
              <a:spcAft>
                <a:spcPts val="0"/>
              </a:spcAft>
              <a:buClr>
                <a:schemeClr val="dk1"/>
              </a:buClr>
              <a:buSzPts val="2400"/>
              <a:buFont typeface="Arial"/>
              <a:buNone/>
            </a:pPr>
            <a:r>
              <a:rPr lang="en-US" dirty="0"/>
              <a:t>This image illustrates how attention mechanisms work by focusing on specific parts of an input (like key areas in an image) to understand relationships and prioritize information. In this case, attention highlights the dog's features (ears, nose, scarf) to process the image contextually.</a:t>
            </a:r>
            <a:endParaRPr dirty="0">
              <a:solidFill>
                <a:schemeClr val="dk1"/>
              </a:solidFill>
              <a:highlight>
                <a:srgbClr val="FFFFFF"/>
              </a:highlight>
            </a:endParaRPr>
          </a:p>
        </p:txBody>
      </p:sp>
      <p:sp>
        <p:nvSpPr>
          <p:cNvPr id="62" name="Google Shape;62;g238e0648da0_6_0:notes">
            <a:extLst>
              <a:ext uri="{FF2B5EF4-FFF2-40B4-BE49-F238E27FC236}">
                <a16:creationId xmlns:a16="http://schemas.microsoft.com/office/drawing/2014/main" id="{CCCB2601-BDDD-AA86-B251-E5D33031B5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0680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BF93F44C-3358-33DF-5DE7-C8626386EC6A}"/>
            </a:ext>
          </a:extLst>
        </p:cNvPr>
        <p:cNvGrpSpPr/>
        <p:nvPr/>
      </p:nvGrpSpPr>
      <p:grpSpPr>
        <a:xfrm>
          <a:off x="0" y="0"/>
          <a:ext cx="0" cy="0"/>
          <a:chOff x="0" y="0"/>
          <a:chExt cx="0" cy="0"/>
        </a:xfrm>
      </p:grpSpPr>
      <p:sp>
        <p:nvSpPr>
          <p:cNvPr id="61" name="Google Shape;61;g238e0648da0_6_0:notes">
            <a:extLst>
              <a:ext uri="{FF2B5EF4-FFF2-40B4-BE49-F238E27FC236}">
                <a16:creationId xmlns:a16="http://schemas.microsoft.com/office/drawing/2014/main" id="{E0D980DF-C0EE-F5A0-E853-E32C846F7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highlight>
                  <a:srgbClr val="FFFFFF"/>
                </a:highlight>
              </a:rPr>
              <a:t>The Transformer, introduced in the 'Attention Is All You Need' paper, is built entirely on self-attention mechanisms. Unlike earlier models that processed inputs sequentially, Transformers handle all parts of the input in parallel, making them faster and more efficient."</a:t>
            </a:r>
          </a:p>
          <a:p>
            <a:r>
              <a:rPr lang="en-US" dirty="0">
                <a:highlight>
                  <a:srgbClr val="FFFFFF"/>
                </a:highlight>
              </a:rPr>
              <a:t>"The encoder processes the input to capture its meaning, while the decoder generates the output step by step. Positional encoding ensures the model understands the order of words, critical for tasks like machine translation. Transformers didn’t just change how we approach NLP—they set new benchmarks for accuracy and speed.</a:t>
            </a:r>
            <a:br>
              <a:rPr lang="en-US" dirty="0">
                <a:highlight>
                  <a:srgbClr val="FFFFFF"/>
                </a:highlight>
              </a:rPr>
            </a:br>
            <a:br>
              <a:rPr lang="en-US" dirty="0">
                <a:highlight>
                  <a:srgbClr val="FFFFFF"/>
                </a:highlight>
              </a:rPr>
            </a:br>
            <a:r>
              <a:rPr lang="en-US" dirty="0"/>
              <a:t>"This image shows the Transformer’s Encoder-Decoder structure. The **Encoder** processes the input (‘Je suis </a:t>
            </a:r>
            <a:r>
              <a:rPr lang="en-US" dirty="0" err="1"/>
              <a:t>étudiant</a:t>
            </a:r>
            <a:r>
              <a:rPr lang="en-US" dirty="0"/>
              <a:t>’), and the **Decoder** generates the output (‘I am a student’), enabling tasks like translation through attention mechanisms."</a:t>
            </a:r>
            <a:endParaRPr lang="en-US" dirty="0">
              <a:highlight>
                <a:srgbClr val="FFFFFF"/>
              </a:highlight>
            </a:endParaRPr>
          </a:p>
          <a:p>
            <a:pPr marL="466344" lvl="0" indent="-466344" algn="l" rtl="0">
              <a:spcBef>
                <a:spcPts val="0"/>
              </a:spcBef>
              <a:spcAft>
                <a:spcPts val="0"/>
              </a:spcAft>
              <a:buClr>
                <a:schemeClr val="dk1"/>
              </a:buClr>
              <a:buSzPts val="2400"/>
              <a:buFont typeface="Arial"/>
              <a:buNone/>
            </a:pPr>
            <a:endParaRPr dirty="0">
              <a:solidFill>
                <a:schemeClr val="dk1"/>
              </a:solidFill>
              <a:highlight>
                <a:srgbClr val="FFFFFF"/>
              </a:highlight>
            </a:endParaRPr>
          </a:p>
        </p:txBody>
      </p:sp>
      <p:sp>
        <p:nvSpPr>
          <p:cNvPr id="62" name="Google Shape;62;g238e0648da0_6_0:notes">
            <a:extLst>
              <a:ext uri="{FF2B5EF4-FFF2-40B4-BE49-F238E27FC236}">
                <a16:creationId xmlns:a16="http://schemas.microsoft.com/office/drawing/2014/main" id="{772CC1F6-50BA-9251-F6F7-AE93A0523D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1751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48E842AE-3F5C-9980-391B-E7E861D1CFAB}"/>
            </a:ext>
          </a:extLst>
        </p:cNvPr>
        <p:cNvGrpSpPr/>
        <p:nvPr/>
      </p:nvGrpSpPr>
      <p:grpSpPr>
        <a:xfrm>
          <a:off x="0" y="0"/>
          <a:ext cx="0" cy="0"/>
          <a:chOff x="0" y="0"/>
          <a:chExt cx="0" cy="0"/>
        </a:xfrm>
      </p:grpSpPr>
      <p:sp>
        <p:nvSpPr>
          <p:cNvPr id="61" name="Google Shape;61;g238e0648da0_6_0:notes">
            <a:extLst>
              <a:ext uri="{FF2B5EF4-FFF2-40B4-BE49-F238E27FC236}">
                <a16:creationId xmlns:a16="http://schemas.microsoft.com/office/drawing/2014/main" id="{3D3D15E7-31EC-8182-3B24-9C28AB494A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highlight>
                  <a:srgbClr val="FFFFFF"/>
                </a:highlight>
              </a:rPr>
              <a:t>Transformers didn’t stop at text—they revolutionized image recognition with Vision Transformers, or </a:t>
            </a:r>
            <a:r>
              <a:rPr lang="en-US" dirty="0" err="1">
                <a:highlight>
                  <a:srgbClr val="FFFFFF"/>
                </a:highlight>
              </a:rPr>
              <a:t>ViT</a:t>
            </a:r>
            <a:r>
              <a:rPr lang="en-US" dirty="0">
                <a:highlight>
                  <a:srgbClr val="FFFFFF"/>
                </a:highlight>
              </a:rPr>
              <a:t>. Instead of treating images as a collection of pixels, </a:t>
            </a:r>
            <a:r>
              <a:rPr lang="en-US" dirty="0" err="1">
                <a:highlight>
                  <a:srgbClr val="FFFFFF"/>
                </a:highlight>
              </a:rPr>
              <a:t>ViT</a:t>
            </a:r>
            <a:r>
              <a:rPr lang="en-US" dirty="0">
                <a:highlight>
                  <a:srgbClr val="FFFFFF"/>
                </a:highlight>
              </a:rPr>
              <a:t> divides them into patches, treating each patch as a token, much like words in a sentence."</a:t>
            </a:r>
          </a:p>
          <a:p>
            <a:r>
              <a:rPr lang="en-US" dirty="0">
                <a:highlight>
                  <a:srgbClr val="FFFFFF"/>
                </a:highlight>
              </a:rPr>
              <a:t>"</a:t>
            </a:r>
            <a:r>
              <a:rPr lang="en-US" dirty="0" err="1">
                <a:highlight>
                  <a:srgbClr val="FFFFFF"/>
                </a:highlight>
              </a:rPr>
              <a:t>ViT</a:t>
            </a:r>
            <a:r>
              <a:rPr lang="en-US" dirty="0">
                <a:highlight>
                  <a:srgbClr val="FFFFFF"/>
                </a:highlight>
              </a:rPr>
              <a:t> excels at capturing long-range dependencies, identifying relationships between distant parts of an image. With sufficient training data, it even outperforms traditional CNNs on classification benchmarks, proving the adaptability and power of the Transformer architecture.</a:t>
            </a:r>
          </a:p>
          <a:p>
            <a:pPr marL="466344" lvl="0" indent="-466344" algn="l" rtl="0">
              <a:spcBef>
                <a:spcPts val="0"/>
              </a:spcBef>
              <a:spcAft>
                <a:spcPts val="0"/>
              </a:spcAft>
              <a:buClr>
                <a:schemeClr val="dk1"/>
              </a:buClr>
              <a:buSzPts val="2400"/>
              <a:buFont typeface="Arial"/>
              <a:buNone/>
            </a:pPr>
            <a:endParaRPr dirty="0">
              <a:solidFill>
                <a:schemeClr val="dk1"/>
              </a:solidFill>
              <a:highlight>
                <a:srgbClr val="FFFFFF"/>
              </a:highlight>
            </a:endParaRPr>
          </a:p>
        </p:txBody>
      </p:sp>
      <p:sp>
        <p:nvSpPr>
          <p:cNvPr id="62" name="Google Shape;62;g238e0648da0_6_0:notes">
            <a:extLst>
              <a:ext uri="{FF2B5EF4-FFF2-40B4-BE49-F238E27FC236}">
                <a16:creationId xmlns:a16="http://schemas.microsoft.com/office/drawing/2014/main" id="{014D0574-3ECC-F71D-8B53-7818586C30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8202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871F10B-8DFF-46E1-AC69-2BF5BE3824C2}" type="slidenum">
              <a:rPr lang="en-IN" smtClean="0"/>
              <a:t>6</a:t>
            </a:fld>
            <a:endParaRPr lang="en-IN"/>
          </a:p>
        </p:txBody>
      </p:sp>
    </p:spTree>
    <p:extLst>
      <p:ext uri="{BB962C8B-B14F-4D97-AF65-F5344CB8AC3E}">
        <p14:creationId xmlns:p14="http://schemas.microsoft.com/office/powerpoint/2010/main" val="150220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60237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81696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0235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8079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11/14/24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4161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11/14/24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95108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94376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1018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28956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6262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08061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 Option 1" type="title">
  <p:cSld name="Title Slide - Option 1">
    <p:spTree>
      <p:nvGrpSpPr>
        <p:cNvPr id="1" name="Shape 13"/>
        <p:cNvGrpSpPr/>
        <p:nvPr/>
      </p:nvGrpSpPr>
      <p:grpSpPr>
        <a:xfrm>
          <a:off x="0" y="0"/>
          <a:ext cx="0" cy="0"/>
          <a:chOff x="0" y="0"/>
          <a:chExt cx="0" cy="0"/>
        </a:xfrm>
      </p:grpSpPr>
      <p:pic>
        <p:nvPicPr>
          <p:cNvPr id="14" name="Google Shape;14;p2" descr="PPT-General7.jp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5" name="Google Shape;15;p2"/>
          <p:cNvSpPr txBox="1">
            <a:spLocks noGrp="1"/>
          </p:cNvSpPr>
          <p:nvPr>
            <p:ph type="ctrTitle"/>
          </p:nvPr>
        </p:nvSpPr>
        <p:spPr>
          <a:xfrm>
            <a:off x="4140838" y="465270"/>
            <a:ext cx="7259039" cy="24411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6" name="Google Shape;16;p2"/>
          <p:cNvSpPr txBox="1">
            <a:spLocks noGrp="1"/>
          </p:cNvSpPr>
          <p:nvPr>
            <p:ph type="subTitle" idx="1"/>
          </p:nvPr>
        </p:nvSpPr>
        <p:spPr>
          <a:xfrm>
            <a:off x="4140838" y="3137687"/>
            <a:ext cx="7259039" cy="1752600"/>
          </a:xfrm>
          <a:prstGeom prst="rect">
            <a:avLst/>
          </a:prstGeom>
          <a:noFill/>
          <a:ln>
            <a:noFill/>
          </a:ln>
        </p:spPr>
        <p:txBody>
          <a:bodyPr spcFirstLastPara="1" wrap="square" lIns="91425" tIns="45700" rIns="91425" bIns="45700" anchor="t" anchorCtr="0">
            <a:noAutofit/>
          </a:bodyPr>
          <a:lstStyle>
            <a:lvl1pPr marR="0" lvl="0" algn="l" rtl="0">
              <a:spcBef>
                <a:spcPts val="480"/>
              </a:spcBef>
              <a:spcAft>
                <a:spcPts val="0"/>
              </a:spcAft>
              <a:buClr>
                <a:schemeClr val="accent1"/>
              </a:buClr>
              <a:buSzPts val="2400"/>
              <a:buFont typeface="Noto Sans Symbols"/>
              <a:buNone/>
              <a:defRPr sz="2400" b="0" i="0" u="none" strike="noStrike" cap="none">
                <a:solidFill>
                  <a:srgbClr val="ECE9C6"/>
                </a:solidFill>
                <a:latin typeface="Arial"/>
                <a:ea typeface="Arial"/>
                <a:cs typeface="Arial"/>
                <a:sym typeface="Arial"/>
              </a:defRPr>
            </a:lvl1pPr>
            <a:lvl2pPr marR="0" lvl="1" algn="ctr" rtl="0">
              <a:spcBef>
                <a:spcPts val="440"/>
              </a:spcBef>
              <a:spcAft>
                <a:spcPts val="0"/>
              </a:spcAft>
              <a:buClr>
                <a:schemeClr val="accent1"/>
              </a:buClr>
              <a:buSzPts val="2200"/>
              <a:buFont typeface="Noto Sans Symbols"/>
              <a:buNone/>
              <a:defRPr sz="2200" b="0" i="0" u="none" strike="noStrike" cap="none">
                <a:solidFill>
                  <a:srgbClr val="888888"/>
                </a:solidFill>
                <a:latin typeface="Book Antiqua"/>
                <a:ea typeface="Book Antiqua"/>
                <a:cs typeface="Book Antiqua"/>
                <a:sym typeface="Book Antiqua"/>
              </a:defRPr>
            </a:lvl2pPr>
            <a:lvl3pPr marR="0" lvl="2" algn="ctr" rtl="0">
              <a:spcBef>
                <a:spcPts val="400"/>
              </a:spcBef>
              <a:spcAft>
                <a:spcPts val="0"/>
              </a:spcAft>
              <a:buClr>
                <a:schemeClr val="accent1"/>
              </a:buClr>
              <a:buSzPts val="2000"/>
              <a:buFont typeface="Noto Sans Symbols"/>
              <a:buNone/>
              <a:defRPr sz="2000" b="0" i="0" u="none" strike="noStrike" cap="none">
                <a:solidFill>
                  <a:srgbClr val="888888"/>
                </a:solidFill>
                <a:latin typeface="Book Antiqua"/>
                <a:ea typeface="Book Antiqua"/>
                <a:cs typeface="Book Antiqua"/>
                <a:sym typeface="Book Antiqua"/>
              </a:defRPr>
            </a:lvl3pPr>
            <a:lvl4pPr marR="0" lvl="3" algn="ctr" rtl="0">
              <a:spcBef>
                <a:spcPts val="360"/>
              </a:spcBef>
              <a:spcAft>
                <a:spcPts val="0"/>
              </a:spcAft>
              <a:buClr>
                <a:schemeClr val="accent1"/>
              </a:buClr>
              <a:buSzPts val="1800"/>
              <a:buFont typeface="Noto Sans Symbols"/>
              <a:buNone/>
              <a:defRPr sz="1800" b="0" i="0" u="none" strike="noStrike" cap="none">
                <a:solidFill>
                  <a:srgbClr val="888888"/>
                </a:solidFill>
                <a:latin typeface="Book Antiqua"/>
                <a:ea typeface="Book Antiqua"/>
                <a:cs typeface="Book Antiqua"/>
                <a:sym typeface="Book Antiqua"/>
              </a:defRPr>
            </a:lvl4pPr>
            <a:lvl5pPr marR="0" lvl="4" algn="ctr" rtl="0">
              <a:spcBef>
                <a:spcPts val="320"/>
              </a:spcBef>
              <a:spcAft>
                <a:spcPts val="0"/>
              </a:spcAft>
              <a:buClr>
                <a:schemeClr val="accent1"/>
              </a:buClr>
              <a:buSzPts val="1600"/>
              <a:buFont typeface="Noto Sans Symbols"/>
              <a:buNone/>
              <a:defRPr sz="1600" b="0" i="0" u="none" strike="noStrike" cap="none">
                <a:solidFill>
                  <a:srgbClr val="888888"/>
                </a:solidFill>
                <a:latin typeface="Book Antiqua"/>
                <a:ea typeface="Book Antiqua"/>
                <a:cs typeface="Book Antiqua"/>
                <a:sym typeface="Book Antiqua"/>
              </a:defRPr>
            </a:lvl5pPr>
            <a:lvl6pPr marR="0" lvl="5" algn="ctr"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6pPr>
            <a:lvl7pPr marR="0" lvl="6" algn="ctr"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7pPr>
            <a:lvl8pPr marR="0" lvl="7" algn="ctr"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8pPr>
            <a:lvl9pPr marR="0" lvl="8" algn="ctr"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9pPr>
          </a:lstStyle>
          <a:p>
            <a:endParaRPr/>
          </a:p>
        </p:txBody>
      </p:sp>
    </p:spTree>
    <p:extLst>
      <p:ext uri="{BB962C8B-B14F-4D97-AF65-F5344CB8AC3E}">
        <p14:creationId xmlns:p14="http://schemas.microsoft.com/office/powerpoint/2010/main" val="3552436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3"/>
          <p:cNvSpPr txBox="1">
            <a:spLocks noGrp="1"/>
          </p:cNvSpPr>
          <p:nvPr>
            <p:ph type="body" idx="1"/>
          </p:nvPr>
        </p:nvSpPr>
        <p:spPr>
          <a:xfrm>
            <a:off x="932330" y="1861441"/>
            <a:ext cx="10327340" cy="31702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accent1"/>
              </a:buClr>
              <a:buSzPts val="2400"/>
              <a:buFont typeface="Noto Sans Symbols"/>
              <a:buNone/>
              <a:defRPr sz="2400" b="0" i="0" u="none" strike="noStrike" cap="none">
                <a:solidFill>
                  <a:srgbClr val="595959"/>
                </a:solidFill>
                <a:latin typeface="Arial"/>
                <a:ea typeface="Arial"/>
                <a:cs typeface="Arial"/>
                <a:sym typeface="Arial"/>
              </a:defRPr>
            </a:lvl1pPr>
            <a:lvl2pPr marL="914400" marR="0" lvl="1" indent="-228600" algn="l" rtl="0">
              <a:spcBef>
                <a:spcPts val="440"/>
              </a:spcBef>
              <a:spcAft>
                <a:spcPts val="0"/>
              </a:spcAft>
              <a:buClr>
                <a:schemeClr val="accent1"/>
              </a:buClr>
              <a:buSzPts val="2200"/>
              <a:buFont typeface="Noto Sans Symbols"/>
              <a:buNone/>
              <a:defRPr sz="2200" b="0" i="0" u="none" strike="noStrike" cap="none">
                <a:solidFill>
                  <a:srgbClr val="262626"/>
                </a:solidFill>
                <a:latin typeface="Arial"/>
                <a:ea typeface="Arial"/>
                <a:cs typeface="Arial"/>
                <a:sym typeface="Arial"/>
              </a:defRPr>
            </a:lvl2pPr>
            <a:lvl3pPr marL="1371600" marR="0" lvl="2" indent="-228600" algn="l" rtl="0">
              <a:spcBef>
                <a:spcPts val="400"/>
              </a:spcBef>
              <a:spcAft>
                <a:spcPts val="0"/>
              </a:spcAft>
              <a:buClr>
                <a:schemeClr val="accent1"/>
              </a:buClr>
              <a:buSzPts val="2000"/>
              <a:buFont typeface="Noto Sans Symbols"/>
              <a:buNone/>
              <a:defRPr sz="2000" b="0" i="0" u="none" strike="noStrike" cap="none">
                <a:solidFill>
                  <a:srgbClr val="262626"/>
                </a:solidFill>
                <a:latin typeface="Arial"/>
                <a:ea typeface="Arial"/>
                <a:cs typeface="Arial"/>
                <a:sym typeface="Arial"/>
              </a:defRPr>
            </a:lvl3pPr>
            <a:lvl4pPr marL="1828800" marR="0" lvl="3" indent="-228600" algn="l" rtl="0">
              <a:spcBef>
                <a:spcPts val="360"/>
              </a:spcBef>
              <a:spcAft>
                <a:spcPts val="0"/>
              </a:spcAft>
              <a:buClr>
                <a:schemeClr val="accent1"/>
              </a:buClr>
              <a:buSzPts val="1800"/>
              <a:buFont typeface="Noto Sans Symbols"/>
              <a:buNone/>
              <a:defRPr sz="1800" b="0" i="0" u="none" strike="noStrike" cap="none">
                <a:solidFill>
                  <a:srgbClr val="262626"/>
                </a:solidFill>
                <a:latin typeface="Arial"/>
                <a:ea typeface="Arial"/>
                <a:cs typeface="Arial"/>
                <a:sym typeface="Arial"/>
              </a:defRPr>
            </a:lvl4pPr>
            <a:lvl5pPr marL="2286000" marR="0" lvl="4" indent="-228600" algn="l" rtl="0">
              <a:spcBef>
                <a:spcPts val="320"/>
              </a:spcBef>
              <a:spcAft>
                <a:spcPts val="0"/>
              </a:spcAft>
              <a:buClr>
                <a:schemeClr val="accent1"/>
              </a:buClr>
              <a:buSzPts val="1600"/>
              <a:buFont typeface="Noto Sans Symbols"/>
              <a:buNone/>
              <a:defRPr sz="1600" b="0" i="0" u="none" strike="noStrike" cap="none">
                <a:solidFill>
                  <a:srgbClr val="262626"/>
                </a:solidFill>
                <a:latin typeface="Arial"/>
                <a:ea typeface="Arial"/>
                <a:cs typeface="Arial"/>
                <a:sym typeface="Arial"/>
              </a:defRPr>
            </a:lvl5pPr>
            <a:lvl6pPr marL="2743200" marR="0" lvl="5"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6pPr>
            <a:lvl7pPr marL="3200400" marR="0" lvl="6"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7pPr>
            <a:lvl8pPr marL="3657600" marR="0" lvl="7"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8pPr>
            <a:lvl9pPr marL="4114800" marR="0" lvl="8"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9pPr>
          </a:lstStyle>
          <a:p>
            <a:endParaRPr/>
          </a:p>
        </p:txBody>
      </p:sp>
      <p:sp>
        <p:nvSpPr>
          <p:cNvPr id="19" name="Google Shape;19;p3"/>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Tree>
    <p:extLst>
      <p:ext uri="{BB962C8B-B14F-4D97-AF65-F5344CB8AC3E}">
        <p14:creationId xmlns:p14="http://schemas.microsoft.com/office/powerpoint/2010/main" val="3423945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0"/>
        <p:cNvGrpSpPr/>
        <p:nvPr/>
      </p:nvGrpSpPr>
      <p:grpSpPr>
        <a:xfrm>
          <a:off x="0" y="0"/>
          <a:ext cx="0" cy="0"/>
          <a:chOff x="0" y="0"/>
          <a:chExt cx="0" cy="0"/>
        </a:xfrm>
      </p:grpSpPr>
      <p:sp>
        <p:nvSpPr>
          <p:cNvPr id="21" name="Google Shape;21;p4"/>
          <p:cNvSpPr txBox="1"/>
          <p:nvPr/>
        </p:nvSpPr>
        <p:spPr>
          <a:xfrm>
            <a:off x="5529431" y="2887579"/>
            <a:ext cx="1143691"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5400">
              <a:solidFill>
                <a:srgbClr val="DBA253"/>
              </a:solidFill>
              <a:latin typeface="Noto Sans Symbols"/>
              <a:ea typeface="Noto Sans Symbols"/>
              <a:cs typeface="Noto Sans Symbols"/>
              <a:sym typeface="Noto Sans Symbols"/>
            </a:endParaRPr>
          </a:p>
        </p:txBody>
      </p:sp>
      <p:sp>
        <p:nvSpPr>
          <p:cNvPr id="22" name="Google Shape;22;p4"/>
          <p:cNvSpPr txBox="1">
            <a:spLocks noGrp="1"/>
          </p:cNvSpPr>
          <p:nvPr>
            <p:ph type="title"/>
          </p:nvPr>
        </p:nvSpPr>
        <p:spPr>
          <a:xfrm>
            <a:off x="920054"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3" name="Google Shape;23;p4"/>
          <p:cNvSpPr txBox="1">
            <a:spLocks noGrp="1"/>
          </p:cNvSpPr>
          <p:nvPr>
            <p:ph type="body" idx="1"/>
          </p:nvPr>
        </p:nvSpPr>
        <p:spPr>
          <a:xfrm>
            <a:off x="932331" y="3324432"/>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chemeClr val="accent1"/>
              </a:buClr>
              <a:buSzPts val="2000"/>
              <a:buFont typeface="Noto Sans Symbols"/>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chemeClr val="accent1"/>
              </a:buClr>
              <a:buSzPts val="1800"/>
              <a:buFont typeface="Noto Sans Symbols"/>
              <a:buNone/>
              <a:defRPr sz="1800" b="0" i="0" u="none" strike="noStrike" cap="none">
                <a:solidFill>
                  <a:srgbClr val="888888"/>
                </a:solidFill>
                <a:latin typeface="Book Antiqua"/>
                <a:ea typeface="Book Antiqua"/>
                <a:cs typeface="Book Antiqua"/>
                <a:sym typeface="Book Antiqua"/>
              </a:defRPr>
            </a:lvl2pPr>
            <a:lvl3pPr marL="1371600" marR="0" lvl="2" indent="-228600" algn="l" rtl="0">
              <a:spcBef>
                <a:spcPts val="320"/>
              </a:spcBef>
              <a:spcAft>
                <a:spcPts val="0"/>
              </a:spcAft>
              <a:buClr>
                <a:schemeClr val="accent1"/>
              </a:buClr>
              <a:buSzPts val="1600"/>
              <a:buFont typeface="Noto Sans Symbols"/>
              <a:buNone/>
              <a:defRPr sz="1600" b="0" i="0" u="none" strike="noStrike" cap="none">
                <a:solidFill>
                  <a:srgbClr val="888888"/>
                </a:solidFill>
                <a:latin typeface="Book Antiqua"/>
                <a:ea typeface="Book Antiqua"/>
                <a:cs typeface="Book Antiqua"/>
                <a:sym typeface="Book Antiqua"/>
              </a:defRPr>
            </a:lvl3pPr>
            <a:lvl4pPr marL="1828800" marR="0" lvl="3" indent="-228600" algn="l" rtl="0">
              <a:spcBef>
                <a:spcPts val="28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4pPr>
            <a:lvl5pPr marL="2286000" marR="0" lvl="4" indent="-228600" algn="l" rtl="0">
              <a:spcBef>
                <a:spcPts val="28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5pPr>
            <a:lvl6pPr marL="2743200" marR="0" lvl="5" indent="-228600" algn="l"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6pPr>
            <a:lvl7pPr marL="3200400" marR="0" lvl="6" indent="-228600" algn="l"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7pPr>
            <a:lvl8pPr marL="3657600" marR="0" lvl="7" indent="-228600" algn="l"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8pPr>
            <a:lvl9pPr marL="4114800" marR="0" lvl="8" indent="-228600" algn="l" rtl="0">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9pPr>
          </a:lstStyle>
          <a:p>
            <a:endParaRPr/>
          </a:p>
        </p:txBody>
      </p:sp>
    </p:spTree>
    <p:extLst>
      <p:ext uri="{BB962C8B-B14F-4D97-AF65-F5344CB8AC3E}">
        <p14:creationId xmlns:p14="http://schemas.microsoft.com/office/powerpoint/2010/main" val="1132390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Areas" type="twoObj">
  <p:cSld name="Two Content Area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6" name="Google Shape;26;p5"/>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accent1"/>
              </a:buClr>
              <a:buSzPts val="2000"/>
              <a:buFont typeface="Noto Sans Symbols"/>
              <a:buNone/>
              <a:defRPr sz="2000" b="0" i="0" u="none" strike="noStrike" cap="none">
                <a:solidFill>
                  <a:srgbClr val="595959"/>
                </a:solidFill>
                <a:latin typeface="Arial"/>
                <a:ea typeface="Arial"/>
                <a:cs typeface="Arial"/>
                <a:sym typeface="Arial"/>
              </a:defRPr>
            </a:lvl1pPr>
            <a:lvl2pPr marL="914400" marR="0" lvl="1" indent="-228600" algn="l" rtl="0">
              <a:spcBef>
                <a:spcPts val="440"/>
              </a:spcBef>
              <a:spcAft>
                <a:spcPts val="0"/>
              </a:spcAft>
              <a:buClr>
                <a:schemeClr val="accent1"/>
              </a:buClr>
              <a:buSzPts val="2200"/>
              <a:buFont typeface="Noto Sans Symbols"/>
              <a:buNone/>
              <a:defRPr sz="2200" b="0" i="0" u="none" strike="noStrike" cap="none">
                <a:solidFill>
                  <a:srgbClr val="262626"/>
                </a:solidFill>
                <a:latin typeface="Book Antiqua"/>
                <a:ea typeface="Book Antiqua"/>
                <a:cs typeface="Book Antiqua"/>
                <a:sym typeface="Book Antiqua"/>
              </a:defRPr>
            </a:lvl2pPr>
            <a:lvl3pPr marL="1371600" marR="0" lvl="2" indent="-228600" algn="l" rtl="0">
              <a:spcBef>
                <a:spcPts val="400"/>
              </a:spcBef>
              <a:spcAft>
                <a:spcPts val="0"/>
              </a:spcAft>
              <a:buClr>
                <a:schemeClr val="accent1"/>
              </a:buClr>
              <a:buSzPts val="2000"/>
              <a:buFont typeface="Noto Sans Symbols"/>
              <a:buNone/>
              <a:defRPr sz="2000" b="0" i="0" u="none" strike="noStrike" cap="none">
                <a:solidFill>
                  <a:srgbClr val="262626"/>
                </a:solidFill>
                <a:latin typeface="Book Antiqua"/>
                <a:ea typeface="Book Antiqua"/>
                <a:cs typeface="Book Antiqua"/>
                <a:sym typeface="Book Antiqua"/>
              </a:defRPr>
            </a:lvl3pPr>
            <a:lvl4pPr marL="1828800" marR="0" lvl="3" indent="-228600" algn="l" rtl="0">
              <a:spcBef>
                <a:spcPts val="360"/>
              </a:spcBef>
              <a:spcAft>
                <a:spcPts val="0"/>
              </a:spcAft>
              <a:buClr>
                <a:schemeClr val="accent1"/>
              </a:buClr>
              <a:buSzPts val="1800"/>
              <a:buFont typeface="Noto Sans Symbols"/>
              <a:buNone/>
              <a:defRPr sz="1800" b="0" i="0" u="none" strike="noStrike" cap="none">
                <a:solidFill>
                  <a:srgbClr val="262626"/>
                </a:solidFill>
                <a:latin typeface="Book Antiqua"/>
                <a:ea typeface="Book Antiqua"/>
                <a:cs typeface="Book Antiqua"/>
                <a:sym typeface="Book Antiqua"/>
              </a:defRPr>
            </a:lvl4pPr>
            <a:lvl5pPr marL="2286000" marR="0" lvl="4" indent="-228600" algn="l" rtl="0">
              <a:spcBef>
                <a:spcPts val="320"/>
              </a:spcBef>
              <a:spcAft>
                <a:spcPts val="0"/>
              </a:spcAft>
              <a:buClr>
                <a:schemeClr val="accent1"/>
              </a:buClr>
              <a:buSzPts val="1600"/>
              <a:buFont typeface="Noto Sans Symbols"/>
              <a:buNone/>
              <a:defRPr sz="1600" b="0" i="0" u="none" strike="noStrike" cap="none">
                <a:solidFill>
                  <a:srgbClr val="262626"/>
                </a:solidFill>
                <a:latin typeface="Book Antiqua"/>
                <a:ea typeface="Book Antiqua"/>
                <a:cs typeface="Book Antiqua"/>
                <a:sym typeface="Book Antiqua"/>
              </a:defRPr>
            </a:lvl5pPr>
            <a:lvl6pPr marL="2743200" marR="0" lvl="5"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6pPr>
            <a:lvl7pPr marL="3200400" marR="0" lvl="6"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7pPr>
            <a:lvl8pPr marL="3657600" marR="0" lvl="7"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8pPr>
            <a:lvl9pPr marL="4114800" marR="0" lvl="8"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9pPr>
          </a:lstStyle>
          <a:p>
            <a:endParaRPr/>
          </a:p>
        </p:txBody>
      </p:sp>
      <p:sp>
        <p:nvSpPr>
          <p:cNvPr id="27" name="Google Shape;27;p5"/>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accent1"/>
              </a:buClr>
              <a:buSzPts val="2000"/>
              <a:buFont typeface="Noto Sans Symbols"/>
              <a:buNone/>
              <a:defRPr sz="2000" b="0" i="0" u="none" strike="noStrike" cap="none">
                <a:solidFill>
                  <a:srgbClr val="595959"/>
                </a:solidFill>
                <a:latin typeface="Arial"/>
                <a:ea typeface="Arial"/>
                <a:cs typeface="Arial"/>
                <a:sym typeface="Arial"/>
              </a:defRPr>
            </a:lvl1pPr>
            <a:lvl2pPr marL="914400" marR="0" lvl="1" indent="-228600" algn="l" rtl="0">
              <a:spcBef>
                <a:spcPts val="440"/>
              </a:spcBef>
              <a:spcAft>
                <a:spcPts val="0"/>
              </a:spcAft>
              <a:buClr>
                <a:schemeClr val="accent1"/>
              </a:buClr>
              <a:buSzPts val="2200"/>
              <a:buFont typeface="Noto Sans Symbols"/>
              <a:buNone/>
              <a:defRPr sz="2200" b="0" i="0" u="none" strike="noStrike" cap="none">
                <a:solidFill>
                  <a:srgbClr val="262626"/>
                </a:solidFill>
                <a:latin typeface="Book Antiqua"/>
                <a:ea typeface="Book Antiqua"/>
                <a:cs typeface="Book Antiqua"/>
                <a:sym typeface="Book Antiqua"/>
              </a:defRPr>
            </a:lvl2pPr>
            <a:lvl3pPr marL="1371600" marR="0" lvl="2" indent="-228600" algn="l" rtl="0">
              <a:spcBef>
                <a:spcPts val="400"/>
              </a:spcBef>
              <a:spcAft>
                <a:spcPts val="0"/>
              </a:spcAft>
              <a:buClr>
                <a:schemeClr val="accent1"/>
              </a:buClr>
              <a:buSzPts val="2000"/>
              <a:buFont typeface="Noto Sans Symbols"/>
              <a:buNone/>
              <a:defRPr sz="2000" b="0" i="0" u="none" strike="noStrike" cap="none">
                <a:solidFill>
                  <a:srgbClr val="262626"/>
                </a:solidFill>
                <a:latin typeface="Book Antiqua"/>
                <a:ea typeface="Book Antiqua"/>
                <a:cs typeface="Book Antiqua"/>
                <a:sym typeface="Book Antiqua"/>
              </a:defRPr>
            </a:lvl3pPr>
            <a:lvl4pPr marL="1828800" marR="0" lvl="3" indent="-228600" algn="l" rtl="0">
              <a:spcBef>
                <a:spcPts val="360"/>
              </a:spcBef>
              <a:spcAft>
                <a:spcPts val="0"/>
              </a:spcAft>
              <a:buClr>
                <a:schemeClr val="accent1"/>
              </a:buClr>
              <a:buSzPts val="1800"/>
              <a:buFont typeface="Noto Sans Symbols"/>
              <a:buNone/>
              <a:defRPr sz="1800" b="0" i="0" u="none" strike="noStrike" cap="none">
                <a:solidFill>
                  <a:srgbClr val="262626"/>
                </a:solidFill>
                <a:latin typeface="Book Antiqua"/>
                <a:ea typeface="Book Antiqua"/>
                <a:cs typeface="Book Antiqua"/>
                <a:sym typeface="Book Antiqua"/>
              </a:defRPr>
            </a:lvl4pPr>
            <a:lvl5pPr marL="2286000" marR="0" lvl="4" indent="-228600" algn="l" rtl="0">
              <a:spcBef>
                <a:spcPts val="320"/>
              </a:spcBef>
              <a:spcAft>
                <a:spcPts val="0"/>
              </a:spcAft>
              <a:buClr>
                <a:schemeClr val="accent1"/>
              </a:buClr>
              <a:buSzPts val="1600"/>
              <a:buFont typeface="Noto Sans Symbols"/>
              <a:buNone/>
              <a:defRPr sz="1600" b="0" i="0" u="none" strike="noStrike" cap="none">
                <a:solidFill>
                  <a:srgbClr val="262626"/>
                </a:solidFill>
                <a:latin typeface="Book Antiqua"/>
                <a:ea typeface="Book Antiqua"/>
                <a:cs typeface="Book Antiqua"/>
                <a:sym typeface="Book Antiqua"/>
              </a:defRPr>
            </a:lvl5pPr>
            <a:lvl6pPr marL="2743200" marR="0" lvl="5"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6pPr>
            <a:lvl7pPr marL="3200400" marR="0" lvl="6"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7pPr>
            <a:lvl8pPr marL="3657600" marR="0" lvl="7"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8pPr>
            <a:lvl9pPr marL="4114800" marR="0" lvl="8" indent="-317500" algn="l" rtl="0">
              <a:spcBef>
                <a:spcPts val="400"/>
              </a:spcBef>
              <a:spcAft>
                <a:spcPts val="0"/>
              </a:spcAft>
              <a:buClr>
                <a:schemeClr val="accent1"/>
              </a:buClr>
              <a:buSzPts val="1400"/>
              <a:buFont typeface="Noto Sans Symbols"/>
              <a:buChar char="❧"/>
              <a:defRPr sz="1400" b="0" i="0" u="none" strike="noStrike" cap="none">
                <a:solidFill>
                  <a:schemeClr val="dk1"/>
                </a:solidFill>
                <a:latin typeface="Book Antiqua"/>
                <a:ea typeface="Book Antiqua"/>
                <a:cs typeface="Book Antiqua"/>
                <a:sym typeface="Book Antiqua"/>
              </a:defRPr>
            </a:lvl9pPr>
          </a:lstStyle>
          <a:p>
            <a:endParaRPr/>
          </a:p>
        </p:txBody>
      </p:sp>
    </p:spTree>
    <p:extLst>
      <p:ext uri="{BB962C8B-B14F-4D97-AF65-F5344CB8AC3E}">
        <p14:creationId xmlns:p14="http://schemas.microsoft.com/office/powerpoint/2010/main" val="1084995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4"/>
        <p:cNvGrpSpPr/>
        <p:nvPr/>
      </p:nvGrpSpPr>
      <p:grpSpPr>
        <a:xfrm>
          <a:off x="0" y="0"/>
          <a:ext cx="0" cy="0"/>
          <a:chOff x="0" y="0"/>
          <a:chExt cx="0" cy="0"/>
        </a:xfrm>
      </p:grpSpPr>
      <p:sp>
        <p:nvSpPr>
          <p:cNvPr id="35" name="Google Shape;35;p7"/>
          <p:cNvSpPr txBox="1">
            <a:spLocks noGrp="1"/>
          </p:cNvSpPr>
          <p:nvPr>
            <p:ph type="body" idx="1"/>
          </p:nvPr>
        </p:nvSpPr>
        <p:spPr>
          <a:xfrm>
            <a:off x="922669" y="559400"/>
            <a:ext cx="4774509" cy="4414019"/>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accent1"/>
              </a:buClr>
              <a:buSzPts val="2000"/>
              <a:buFont typeface="Noto Sans Symbols"/>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accent1"/>
              </a:buClr>
              <a:buSzPts val="2000"/>
              <a:buFont typeface="Noto Sans Symbols"/>
              <a:buNone/>
              <a:defRPr sz="2000" b="0" i="0" u="none" strike="noStrike" cap="none">
                <a:solidFill>
                  <a:srgbClr val="262626"/>
                </a:solidFill>
                <a:latin typeface="Arial"/>
                <a:ea typeface="Arial"/>
                <a:cs typeface="Arial"/>
                <a:sym typeface="Arial"/>
              </a:defRPr>
            </a:lvl2pPr>
            <a:lvl3pPr marL="1371600" marR="0" lvl="2" indent="-228600" algn="l" rtl="0">
              <a:spcBef>
                <a:spcPts val="400"/>
              </a:spcBef>
              <a:spcAft>
                <a:spcPts val="0"/>
              </a:spcAft>
              <a:buClr>
                <a:schemeClr val="accent1"/>
              </a:buClr>
              <a:buSzPts val="2000"/>
              <a:buFont typeface="Noto Sans Symbols"/>
              <a:buNone/>
              <a:defRPr sz="2000" b="0" i="0" u="none" strike="noStrike" cap="none">
                <a:solidFill>
                  <a:srgbClr val="262626"/>
                </a:solidFill>
                <a:latin typeface="Arial"/>
                <a:ea typeface="Arial"/>
                <a:cs typeface="Arial"/>
                <a:sym typeface="Arial"/>
              </a:defRPr>
            </a:lvl3pPr>
            <a:lvl4pPr marL="1828800" marR="0" lvl="3" indent="-228600" algn="l" rtl="0">
              <a:spcBef>
                <a:spcPts val="400"/>
              </a:spcBef>
              <a:spcAft>
                <a:spcPts val="0"/>
              </a:spcAft>
              <a:buClr>
                <a:schemeClr val="accent1"/>
              </a:buClr>
              <a:buSzPts val="2000"/>
              <a:buFont typeface="Noto Sans Symbols"/>
              <a:buNone/>
              <a:defRPr sz="2000" b="0" i="0" u="none" strike="noStrike" cap="none">
                <a:solidFill>
                  <a:srgbClr val="262626"/>
                </a:solidFill>
                <a:latin typeface="Arial"/>
                <a:ea typeface="Arial"/>
                <a:cs typeface="Arial"/>
                <a:sym typeface="Arial"/>
              </a:defRPr>
            </a:lvl4pPr>
            <a:lvl5pPr marL="2286000" marR="0" lvl="4" indent="-228600" algn="l" rtl="0">
              <a:spcBef>
                <a:spcPts val="400"/>
              </a:spcBef>
              <a:spcAft>
                <a:spcPts val="0"/>
              </a:spcAft>
              <a:buClr>
                <a:schemeClr val="accent1"/>
              </a:buClr>
              <a:buSzPts val="2000"/>
              <a:buFont typeface="Noto Sans Symbols"/>
              <a:buNone/>
              <a:defRPr sz="2000" b="0" i="0" u="none" strike="noStrike" cap="none">
                <a:solidFill>
                  <a:srgbClr val="262626"/>
                </a:solidFill>
                <a:latin typeface="Arial"/>
                <a:ea typeface="Arial"/>
                <a:cs typeface="Arial"/>
                <a:sym typeface="Arial"/>
              </a:defRPr>
            </a:lvl5pPr>
            <a:lvl6pPr marL="2743200" marR="0" lvl="5"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Book Antiqua"/>
                <a:ea typeface="Book Antiqua"/>
                <a:cs typeface="Book Antiqua"/>
                <a:sym typeface="Book Antiqua"/>
              </a:defRPr>
            </a:lvl6pPr>
            <a:lvl7pPr marL="3200400" marR="0" lvl="6"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Book Antiqua"/>
                <a:ea typeface="Book Antiqua"/>
                <a:cs typeface="Book Antiqua"/>
                <a:sym typeface="Book Antiqua"/>
              </a:defRPr>
            </a:lvl7pPr>
            <a:lvl8pPr marL="3657600" marR="0" lvl="7"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Book Antiqua"/>
                <a:ea typeface="Book Antiqua"/>
                <a:cs typeface="Book Antiqua"/>
                <a:sym typeface="Book Antiqua"/>
              </a:defRPr>
            </a:lvl8pPr>
            <a:lvl9pPr marL="4114800" marR="0" lvl="8"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Book Antiqua"/>
                <a:ea typeface="Book Antiqua"/>
                <a:cs typeface="Book Antiqua"/>
                <a:sym typeface="Book Antiqua"/>
              </a:defRPr>
            </a:lvl9pPr>
          </a:lstStyle>
          <a:p>
            <a:endParaRPr/>
          </a:p>
        </p:txBody>
      </p:sp>
      <p:sp>
        <p:nvSpPr>
          <p:cNvPr id="36" name="Google Shape;36;p7"/>
          <p:cNvSpPr txBox="1">
            <a:spLocks noGrp="1"/>
          </p:cNvSpPr>
          <p:nvPr>
            <p:ph type="body" idx="2"/>
          </p:nvPr>
        </p:nvSpPr>
        <p:spPr>
          <a:xfrm>
            <a:off x="6519750" y="562026"/>
            <a:ext cx="4774509" cy="441401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accent1"/>
              </a:buClr>
              <a:buSzPts val="2000"/>
              <a:buFont typeface="Noto Sans Symbols"/>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accent1"/>
              </a:buClr>
              <a:buSzPts val="1200"/>
              <a:buFont typeface="Noto Sans Symbols"/>
              <a:buNone/>
              <a:defRPr sz="1200" b="0" i="0" u="none" strike="noStrike" cap="none">
                <a:solidFill>
                  <a:srgbClr val="262626"/>
                </a:solidFill>
                <a:latin typeface="Book Antiqua"/>
                <a:ea typeface="Book Antiqua"/>
                <a:cs typeface="Book Antiqua"/>
                <a:sym typeface="Book Antiqua"/>
              </a:defRPr>
            </a:lvl2pPr>
            <a:lvl3pPr marL="1371600" marR="0" lvl="2" indent="-228600" algn="l" rtl="0">
              <a:spcBef>
                <a:spcPts val="200"/>
              </a:spcBef>
              <a:spcAft>
                <a:spcPts val="0"/>
              </a:spcAft>
              <a:buClr>
                <a:schemeClr val="accent1"/>
              </a:buClr>
              <a:buSzPts val="1000"/>
              <a:buFont typeface="Noto Sans Symbols"/>
              <a:buNone/>
              <a:defRPr sz="1000" b="0" i="0" u="none" strike="noStrike" cap="none">
                <a:solidFill>
                  <a:srgbClr val="262626"/>
                </a:solidFill>
                <a:latin typeface="Book Antiqua"/>
                <a:ea typeface="Book Antiqua"/>
                <a:cs typeface="Book Antiqua"/>
                <a:sym typeface="Book Antiqua"/>
              </a:defRPr>
            </a:lvl3pPr>
            <a:lvl4pPr marL="1828800" marR="0" lvl="3" indent="-228600" algn="l" rtl="0">
              <a:spcBef>
                <a:spcPts val="180"/>
              </a:spcBef>
              <a:spcAft>
                <a:spcPts val="0"/>
              </a:spcAft>
              <a:buClr>
                <a:schemeClr val="accent1"/>
              </a:buClr>
              <a:buSzPts val="900"/>
              <a:buFont typeface="Noto Sans Symbols"/>
              <a:buNone/>
              <a:defRPr sz="900" b="0" i="0" u="none" strike="noStrike" cap="none">
                <a:solidFill>
                  <a:srgbClr val="262626"/>
                </a:solidFill>
                <a:latin typeface="Book Antiqua"/>
                <a:ea typeface="Book Antiqua"/>
                <a:cs typeface="Book Antiqua"/>
                <a:sym typeface="Book Antiqua"/>
              </a:defRPr>
            </a:lvl4pPr>
            <a:lvl5pPr marL="2286000" marR="0" lvl="4" indent="-228600" algn="l" rtl="0">
              <a:spcBef>
                <a:spcPts val="180"/>
              </a:spcBef>
              <a:spcAft>
                <a:spcPts val="0"/>
              </a:spcAft>
              <a:buClr>
                <a:schemeClr val="accent1"/>
              </a:buClr>
              <a:buSzPts val="900"/>
              <a:buFont typeface="Noto Sans Symbols"/>
              <a:buNone/>
              <a:defRPr sz="900" b="0" i="0" u="none" strike="noStrike" cap="none">
                <a:solidFill>
                  <a:srgbClr val="262626"/>
                </a:solidFill>
                <a:latin typeface="Book Antiqua"/>
                <a:ea typeface="Book Antiqua"/>
                <a:cs typeface="Book Antiqua"/>
                <a:sym typeface="Book Antiqua"/>
              </a:defRPr>
            </a:lvl5pPr>
            <a:lvl6pPr marL="2743200" marR="0" lvl="5"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6pPr>
            <a:lvl7pPr marL="3200400" marR="0" lvl="6"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7pPr>
            <a:lvl8pPr marL="3657600" marR="0" lvl="7"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8pPr>
            <a:lvl9pPr marL="4114800" marR="0" lvl="8"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9pPr>
          </a:lstStyle>
          <a:p>
            <a:endParaRPr/>
          </a:p>
        </p:txBody>
      </p:sp>
    </p:spTree>
    <p:extLst>
      <p:ext uri="{BB962C8B-B14F-4D97-AF65-F5344CB8AC3E}">
        <p14:creationId xmlns:p14="http://schemas.microsoft.com/office/powerpoint/2010/main" val="1655677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37"/>
        <p:cNvGrpSpPr/>
        <p:nvPr/>
      </p:nvGrpSpPr>
      <p:grpSpPr>
        <a:xfrm>
          <a:off x="0" y="0"/>
          <a:ext cx="0" cy="0"/>
          <a:chOff x="0" y="0"/>
          <a:chExt cx="0" cy="0"/>
        </a:xfrm>
      </p:grpSpPr>
      <p:sp>
        <p:nvSpPr>
          <p:cNvPr id="38" name="Google Shape;38;p8"/>
          <p:cNvSpPr>
            <a:spLocks noGrp="1"/>
          </p:cNvSpPr>
          <p:nvPr>
            <p:ph type="pic" idx="2"/>
          </p:nvPr>
        </p:nvSpPr>
        <p:spPr>
          <a:xfrm rot="344365">
            <a:off x="1031301" y="536673"/>
            <a:ext cx="10104435" cy="3491307"/>
          </a:xfrm>
          <a:prstGeom prst="rect">
            <a:avLst/>
          </a:prstGeom>
          <a:solidFill>
            <a:srgbClr val="ECECEC"/>
          </a:solidFill>
          <a:ln w="190500" cap="sq"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lvl1pPr marR="0" lvl="0" algn="l" rtl="0">
              <a:spcBef>
                <a:spcPts val="400"/>
              </a:spcBef>
              <a:spcAft>
                <a:spcPts val="0"/>
              </a:spcAft>
              <a:buClr>
                <a:schemeClr val="accent1"/>
              </a:buClr>
              <a:buSzPts val="2000"/>
              <a:buFont typeface="Noto Sans Symbols"/>
              <a:buNone/>
              <a:defRPr sz="2000" b="0" i="0" u="none" strike="noStrike" cap="none">
                <a:solidFill>
                  <a:srgbClr val="262626"/>
                </a:solidFill>
                <a:latin typeface="Arial"/>
                <a:ea typeface="Arial"/>
                <a:cs typeface="Arial"/>
                <a:sym typeface="Arial"/>
              </a:defRPr>
            </a:lvl1pPr>
            <a:lvl2pPr marR="0" lvl="1" algn="l" rtl="0">
              <a:spcBef>
                <a:spcPts val="560"/>
              </a:spcBef>
              <a:spcAft>
                <a:spcPts val="0"/>
              </a:spcAft>
              <a:buClr>
                <a:schemeClr val="accent1"/>
              </a:buClr>
              <a:buSzPts val="2800"/>
              <a:buFont typeface="Noto Sans Symbols"/>
              <a:buNone/>
              <a:defRPr sz="2800" b="0" i="0" u="none" strike="noStrike" cap="none">
                <a:solidFill>
                  <a:srgbClr val="262626"/>
                </a:solidFill>
                <a:latin typeface="Book Antiqua"/>
                <a:ea typeface="Book Antiqua"/>
                <a:cs typeface="Book Antiqua"/>
                <a:sym typeface="Book Antiqua"/>
              </a:defRPr>
            </a:lvl2pPr>
            <a:lvl3pPr marR="0" lvl="2" algn="l" rtl="0">
              <a:spcBef>
                <a:spcPts val="480"/>
              </a:spcBef>
              <a:spcAft>
                <a:spcPts val="0"/>
              </a:spcAft>
              <a:buClr>
                <a:schemeClr val="accent1"/>
              </a:buClr>
              <a:buSzPts val="2400"/>
              <a:buFont typeface="Noto Sans Symbols"/>
              <a:buNone/>
              <a:defRPr sz="2400" b="0" i="0" u="none" strike="noStrike" cap="none">
                <a:solidFill>
                  <a:srgbClr val="262626"/>
                </a:solidFill>
                <a:latin typeface="Book Antiqua"/>
                <a:ea typeface="Book Antiqua"/>
                <a:cs typeface="Book Antiqua"/>
                <a:sym typeface="Book Antiqua"/>
              </a:defRPr>
            </a:lvl3pPr>
            <a:lvl4pPr marR="0" lvl="3" algn="l" rtl="0">
              <a:spcBef>
                <a:spcPts val="400"/>
              </a:spcBef>
              <a:spcAft>
                <a:spcPts val="0"/>
              </a:spcAft>
              <a:buClr>
                <a:schemeClr val="accent1"/>
              </a:buClr>
              <a:buSzPts val="2000"/>
              <a:buFont typeface="Noto Sans Symbols"/>
              <a:buNone/>
              <a:defRPr sz="2000" b="0" i="0" u="none" strike="noStrike" cap="none">
                <a:solidFill>
                  <a:srgbClr val="262626"/>
                </a:solidFill>
                <a:latin typeface="Book Antiqua"/>
                <a:ea typeface="Book Antiqua"/>
                <a:cs typeface="Book Antiqua"/>
                <a:sym typeface="Book Antiqua"/>
              </a:defRPr>
            </a:lvl4pPr>
            <a:lvl5pPr marR="0" lvl="4" algn="l" rtl="0">
              <a:spcBef>
                <a:spcPts val="400"/>
              </a:spcBef>
              <a:spcAft>
                <a:spcPts val="0"/>
              </a:spcAft>
              <a:buClr>
                <a:schemeClr val="accent1"/>
              </a:buClr>
              <a:buSzPts val="2000"/>
              <a:buFont typeface="Noto Sans Symbols"/>
              <a:buNone/>
              <a:defRPr sz="2000" b="0" i="0" u="none" strike="noStrike" cap="none">
                <a:solidFill>
                  <a:srgbClr val="262626"/>
                </a:solidFill>
                <a:latin typeface="Book Antiqua"/>
                <a:ea typeface="Book Antiqua"/>
                <a:cs typeface="Book Antiqua"/>
                <a:sym typeface="Book Antiqua"/>
              </a:defRPr>
            </a:lvl5pPr>
            <a:lvl6pPr marR="0" lvl="5" algn="l" rtl="0">
              <a:spcBef>
                <a:spcPts val="400"/>
              </a:spcBef>
              <a:spcAft>
                <a:spcPts val="0"/>
              </a:spcAft>
              <a:buClr>
                <a:schemeClr val="accent1"/>
              </a:buClr>
              <a:buSzPts val="2000"/>
              <a:buFont typeface="Noto Sans Symbols"/>
              <a:buNone/>
              <a:defRPr sz="2000" b="0" i="0" u="none" strike="noStrike" cap="none">
                <a:solidFill>
                  <a:schemeClr val="dk1"/>
                </a:solidFill>
                <a:latin typeface="Book Antiqua"/>
                <a:ea typeface="Book Antiqua"/>
                <a:cs typeface="Book Antiqua"/>
                <a:sym typeface="Book Antiqua"/>
              </a:defRPr>
            </a:lvl6pPr>
            <a:lvl7pPr marR="0" lvl="6" algn="l" rtl="0">
              <a:spcBef>
                <a:spcPts val="400"/>
              </a:spcBef>
              <a:spcAft>
                <a:spcPts val="0"/>
              </a:spcAft>
              <a:buClr>
                <a:schemeClr val="accent1"/>
              </a:buClr>
              <a:buSzPts val="2000"/>
              <a:buFont typeface="Noto Sans Symbols"/>
              <a:buNone/>
              <a:defRPr sz="2000" b="0" i="0" u="none" strike="noStrike" cap="none">
                <a:solidFill>
                  <a:schemeClr val="dk1"/>
                </a:solidFill>
                <a:latin typeface="Book Antiqua"/>
                <a:ea typeface="Book Antiqua"/>
                <a:cs typeface="Book Antiqua"/>
                <a:sym typeface="Book Antiqua"/>
              </a:defRPr>
            </a:lvl7pPr>
            <a:lvl8pPr marR="0" lvl="7" algn="l" rtl="0">
              <a:spcBef>
                <a:spcPts val="400"/>
              </a:spcBef>
              <a:spcAft>
                <a:spcPts val="0"/>
              </a:spcAft>
              <a:buClr>
                <a:schemeClr val="accent1"/>
              </a:buClr>
              <a:buSzPts val="2000"/>
              <a:buFont typeface="Noto Sans Symbols"/>
              <a:buNone/>
              <a:defRPr sz="2000" b="0" i="0" u="none" strike="noStrike" cap="none">
                <a:solidFill>
                  <a:schemeClr val="dk1"/>
                </a:solidFill>
                <a:latin typeface="Book Antiqua"/>
                <a:ea typeface="Book Antiqua"/>
                <a:cs typeface="Book Antiqua"/>
                <a:sym typeface="Book Antiqua"/>
              </a:defRPr>
            </a:lvl8pPr>
            <a:lvl9pPr marR="0" lvl="8" algn="l" rtl="0">
              <a:spcBef>
                <a:spcPts val="400"/>
              </a:spcBef>
              <a:spcAft>
                <a:spcPts val="0"/>
              </a:spcAft>
              <a:buClr>
                <a:schemeClr val="accent1"/>
              </a:buClr>
              <a:buSzPts val="2000"/>
              <a:buFont typeface="Noto Sans Symbols"/>
              <a:buNone/>
              <a:defRPr sz="2000" b="0" i="0" u="none" strike="noStrike" cap="none">
                <a:solidFill>
                  <a:schemeClr val="dk1"/>
                </a:solidFill>
                <a:latin typeface="Book Antiqua"/>
                <a:ea typeface="Book Antiqua"/>
                <a:cs typeface="Book Antiqua"/>
                <a:sym typeface="Book Antiqua"/>
              </a:defRPr>
            </a:lvl9pPr>
          </a:lstStyle>
          <a:p>
            <a:endParaRPr/>
          </a:p>
        </p:txBody>
      </p:sp>
      <p:sp>
        <p:nvSpPr>
          <p:cNvPr id="39" name="Google Shape;39;p8"/>
          <p:cNvSpPr txBox="1">
            <a:spLocks noGrp="1"/>
          </p:cNvSpPr>
          <p:nvPr>
            <p:ph type="body" idx="1"/>
          </p:nvPr>
        </p:nvSpPr>
        <p:spPr>
          <a:xfrm>
            <a:off x="917986" y="4486019"/>
            <a:ext cx="10341685" cy="804862"/>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320"/>
              </a:spcBef>
              <a:spcAft>
                <a:spcPts val="0"/>
              </a:spcAft>
              <a:buClr>
                <a:schemeClr val="accent1"/>
              </a:buClr>
              <a:buSzPts val="1600"/>
              <a:buFont typeface="Noto Sans Symbols"/>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accent1"/>
              </a:buClr>
              <a:buSzPts val="1200"/>
              <a:buFont typeface="Noto Sans Symbols"/>
              <a:buNone/>
              <a:defRPr sz="1200" b="0" i="0" u="none" strike="noStrike" cap="none">
                <a:solidFill>
                  <a:srgbClr val="262626"/>
                </a:solidFill>
                <a:latin typeface="Book Antiqua"/>
                <a:ea typeface="Book Antiqua"/>
                <a:cs typeface="Book Antiqua"/>
                <a:sym typeface="Book Antiqua"/>
              </a:defRPr>
            </a:lvl2pPr>
            <a:lvl3pPr marL="1371600" marR="0" lvl="2" indent="-228600" algn="l" rtl="0">
              <a:spcBef>
                <a:spcPts val="200"/>
              </a:spcBef>
              <a:spcAft>
                <a:spcPts val="0"/>
              </a:spcAft>
              <a:buClr>
                <a:schemeClr val="accent1"/>
              </a:buClr>
              <a:buSzPts val="1000"/>
              <a:buFont typeface="Noto Sans Symbols"/>
              <a:buNone/>
              <a:defRPr sz="1000" b="0" i="0" u="none" strike="noStrike" cap="none">
                <a:solidFill>
                  <a:srgbClr val="262626"/>
                </a:solidFill>
                <a:latin typeface="Book Antiqua"/>
                <a:ea typeface="Book Antiqua"/>
                <a:cs typeface="Book Antiqua"/>
                <a:sym typeface="Book Antiqua"/>
              </a:defRPr>
            </a:lvl3pPr>
            <a:lvl4pPr marL="1828800" marR="0" lvl="3" indent="-228600" algn="l" rtl="0">
              <a:spcBef>
                <a:spcPts val="180"/>
              </a:spcBef>
              <a:spcAft>
                <a:spcPts val="0"/>
              </a:spcAft>
              <a:buClr>
                <a:schemeClr val="accent1"/>
              </a:buClr>
              <a:buSzPts val="900"/>
              <a:buFont typeface="Noto Sans Symbols"/>
              <a:buNone/>
              <a:defRPr sz="900" b="0" i="0" u="none" strike="noStrike" cap="none">
                <a:solidFill>
                  <a:srgbClr val="262626"/>
                </a:solidFill>
                <a:latin typeface="Book Antiqua"/>
                <a:ea typeface="Book Antiqua"/>
                <a:cs typeface="Book Antiqua"/>
                <a:sym typeface="Book Antiqua"/>
              </a:defRPr>
            </a:lvl4pPr>
            <a:lvl5pPr marL="2286000" marR="0" lvl="4" indent="-228600" algn="l" rtl="0">
              <a:spcBef>
                <a:spcPts val="180"/>
              </a:spcBef>
              <a:spcAft>
                <a:spcPts val="0"/>
              </a:spcAft>
              <a:buClr>
                <a:schemeClr val="accent1"/>
              </a:buClr>
              <a:buSzPts val="900"/>
              <a:buFont typeface="Noto Sans Symbols"/>
              <a:buNone/>
              <a:defRPr sz="900" b="0" i="0" u="none" strike="noStrike" cap="none">
                <a:solidFill>
                  <a:srgbClr val="262626"/>
                </a:solidFill>
                <a:latin typeface="Book Antiqua"/>
                <a:ea typeface="Book Antiqua"/>
                <a:cs typeface="Book Antiqua"/>
                <a:sym typeface="Book Antiqua"/>
              </a:defRPr>
            </a:lvl5pPr>
            <a:lvl6pPr marL="2743200" marR="0" lvl="5"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6pPr>
            <a:lvl7pPr marL="3200400" marR="0" lvl="6"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7pPr>
            <a:lvl8pPr marL="3657600" marR="0" lvl="7"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8pPr>
            <a:lvl9pPr marL="4114800" marR="0" lvl="8" indent="-228600" algn="l" rtl="0">
              <a:spcBef>
                <a:spcPts val="400"/>
              </a:spcBef>
              <a:spcAft>
                <a:spcPts val="0"/>
              </a:spcAft>
              <a:buClr>
                <a:schemeClr val="accent1"/>
              </a:buClr>
              <a:buSzPts val="900"/>
              <a:buFont typeface="Noto Sans Symbols"/>
              <a:buNone/>
              <a:defRPr sz="900" b="0" i="0" u="none" strike="noStrike" cap="none">
                <a:solidFill>
                  <a:schemeClr val="dk1"/>
                </a:solidFill>
                <a:latin typeface="Book Antiqua"/>
                <a:ea typeface="Book Antiqua"/>
                <a:cs typeface="Book Antiqua"/>
                <a:sym typeface="Book Antiqua"/>
              </a:defRPr>
            </a:lvl9pPr>
          </a:lstStyle>
          <a:p>
            <a:endParaRPr/>
          </a:p>
        </p:txBody>
      </p:sp>
    </p:spTree>
    <p:extLst>
      <p:ext uri="{BB962C8B-B14F-4D97-AF65-F5344CB8AC3E}">
        <p14:creationId xmlns:p14="http://schemas.microsoft.com/office/powerpoint/2010/main" val="1073104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losing Slide - Option 1">
  <p:cSld name="Closing Slide - Option 1">
    <p:spTree>
      <p:nvGrpSpPr>
        <p:cNvPr id="1" name="Shape 40"/>
        <p:cNvGrpSpPr/>
        <p:nvPr/>
      </p:nvGrpSpPr>
      <p:grpSpPr>
        <a:xfrm>
          <a:off x="0" y="0"/>
          <a:ext cx="0" cy="0"/>
          <a:chOff x="0" y="0"/>
          <a:chExt cx="0" cy="0"/>
        </a:xfrm>
      </p:grpSpPr>
      <p:pic>
        <p:nvPicPr>
          <p:cNvPr id="41" name="Google Shape;41;p9" descr="PPT-General9.jpg"/>
          <p:cNvPicPr preferRelativeResize="0"/>
          <p:nvPr/>
        </p:nvPicPr>
        <p:blipFill rotWithShape="1">
          <a:blip r:embed="rId2">
            <a:alphaModFix/>
          </a:blip>
          <a:src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3626192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losing Slide - Option 2">
  <p:cSld name="Closing Slide - Option 2">
    <p:spTree>
      <p:nvGrpSpPr>
        <p:cNvPr id="1" name="Shape 46"/>
        <p:cNvGrpSpPr/>
        <p:nvPr/>
      </p:nvGrpSpPr>
      <p:grpSpPr>
        <a:xfrm>
          <a:off x="0" y="0"/>
          <a:ext cx="0" cy="0"/>
          <a:chOff x="0" y="0"/>
          <a:chExt cx="0" cy="0"/>
        </a:xfrm>
      </p:grpSpPr>
      <p:pic>
        <p:nvPicPr>
          <p:cNvPr id="47" name="Google Shape;47;p11" descr="PPT-General.jpg"/>
          <p:cNvPicPr preferRelativeResize="0"/>
          <p:nvPr/>
        </p:nvPicPr>
        <p:blipFill rotWithShape="1">
          <a:blip r:embed="rId2">
            <a:alphaModFix/>
          </a:blip>
          <a:src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28788441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0C41D-4BCB-1BEA-4D90-C84D56A51AB2}"/>
              </a:ext>
            </a:extLst>
          </p:cNvPr>
          <p:cNvSpPr>
            <a:spLocks noGrp="1"/>
          </p:cNvSpPr>
          <p:nvPr>
            <p:ph type="dt" sz="half" idx="10"/>
          </p:nvPr>
        </p:nvSpPr>
        <p:spPr/>
        <p:txBody>
          <a:bodyPr/>
          <a:lstStyle/>
          <a:p>
            <a:fld id="{E9A471F8-0BBD-445C-9114-30FDBF40BF08}" type="datetimeFigureOut">
              <a:rPr lang="en-IN" smtClean="0"/>
              <a:t>14/11/24</a:t>
            </a:fld>
            <a:endParaRPr lang="en-IN"/>
          </a:p>
        </p:txBody>
      </p:sp>
      <p:sp>
        <p:nvSpPr>
          <p:cNvPr id="3" name="Footer Placeholder 2">
            <a:extLst>
              <a:ext uri="{FF2B5EF4-FFF2-40B4-BE49-F238E27FC236}">
                <a16:creationId xmlns:a16="http://schemas.microsoft.com/office/drawing/2014/main" id="{67BE0BF3-2502-8F6A-2A40-8F109921E9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479638-AD01-E3F4-3B32-52C9BECAAA3D}"/>
              </a:ext>
            </a:extLst>
          </p:cNvPr>
          <p:cNvSpPr>
            <a:spLocks noGrp="1"/>
          </p:cNvSpPr>
          <p:nvPr>
            <p:ph type="sldNum" sz="quarter" idx="12"/>
          </p:nvPr>
        </p:nvSpPr>
        <p:spPr/>
        <p:txBody>
          <a:bodyPr/>
          <a:lstStyle/>
          <a:p>
            <a:fld id="{C04FDB1B-D937-4C08-A318-949318B41138}" type="slidenum">
              <a:rPr lang="en-IN" smtClean="0"/>
              <a:t>‹#›</a:t>
            </a:fld>
            <a:endParaRPr lang="en-IN"/>
          </a:p>
        </p:txBody>
      </p:sp>
    </p:spTree>
    <p:extLst>
      <p:ext uri="{BB962C8B-B14F-4D97-AF65-F5344CB8AC3E}">
        <p14:creationId xmlns:p14="http://schemas.microsoft.com/office/powerpoint/2010/main" val="392480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jpe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11/14/24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6779407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descr="PPT-General11.jpg"/>
          <p:cNvPicPr preferRelativeResize="0"/>
          <p:nvPr/>
        </p:nvPicPr>
        <p:blipFill rotWithShape="1">
          <a:blip r:embed="rId11">
            <a:alphaModFix/>
          </a:blip>
          <a:srcRect/>
          <a:stretch/>
        </p:blipFill>
        <p:spPr>
          <a:xfrm>
            <a:off x="0" y="0"/>
            <a:ext cx="12192000" cy="6858000"/>
          </a:xfrm>
          <a:prstGeom prst="rect">
            <a:avLst/>
          </a:prstGeom>
          <a:noFill/>
          <a:ln>
            <a:noFill/>
          </a:ln>
        </p:spPr>
      </p:pic>
      <p:sp>
        <p:nvSpPr>
          <p:cNvPr id="7" name="Google Shape;7;p1"/>
          <p:cNvSpPr txBox="1">
            <a:spLocks noGrp="1"/>
          </p:cNvSpPr>
          <p:nvPr>
            <p:ph type="dt" idx="10"/>
          </p:nvPr>
        </p:nvSpPr>
        <p:spPr>
          <a:xfrm>
            <a:off x="480504" y="6161443"/>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2"/>
                </a:solidFill>
                <a:latin typeface="Book Antiqua"/>
                <a:ea typeface="Book Antiqua"/>
                <a:cs typeface="Book Antiqua"/>
                <a:sym typeface="Book Antiqua"/>
              </a:defRPr>
            </a:lvl1pPr>
            <a:lvl2pPr marR="0" lvl="1"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2pPr>
            <a:lvl3pPr marR="0" lvl="2"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3pPr>
            <a:lvl4pPr marR="0" lvl="3"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4pPr>
            <a:lvl5pPr marR="0" lvl="4"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5pPr>
            <a:lvl6pPr marR="0" lvl="5"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6pPr>
            <a:lvl7pPr marR="0" lvl="6"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7pPr>
            <a:lvl8pPr marR="0" lvl="7"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8pPr>
            <a:lvl9pPr marR="0" lvl="8"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9pPr>
          </a:lstStyle>
          <a:p>
            <a:endParaRPr/>
          </a:p>
        </p:txBody>
      </p:sp>
      <p:sp>
        <p:nvSpPr>
          <p:cNvPr id="8" name="Google Shape;8;p1"/>
          <p:cNvSpPr txBox="1">
            <a:spLocks noGrp="1"/>
          </p:cNvSpPr>
          <p:nvPr>
            <p:ph type="ftr" idx="11"/>
          </p:nvPr>
        </p:nvSpPr>
        <p:spPr>
          <a:xfrm>
            <a:off x="4165600" y="6161443"/>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2"/>
                </a:solidFill>
                <a:latin typeface="Book Antiqua"/>
                <a:ea typeface="Book Antiqua"/>
                <a:cs typeface="Book Antiqua"/>
                <a:sym typeface="Book Antiqua"/>
              </a:defRPr>
            </a:lvl1pPr>
            <a:lvl2pPr marR="0" lvl="1"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2pPr>
            <a:lvl3pPr marR="0" lvl="2"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3pPr>
            <a:lvl4pPr marR="0" lvl="3"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4pPr>
            <a:lvl5pPr marR="0" lvl="4"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5pPr>
            <a:lvl6pPr marR="0" lvl="5"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6pPr>
            <a:lvl7pPr marR="0" lvl="6"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7pPr>
            <a:lvl8pPr marR="0" lvl="7"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8pPr>
            <a:lvl9pPr marR="0" lvl="8" algn="l" rtl="0">
              <a:spcBef>
                <a:spcPts val="0"/>
              </a:spcBef>
              <a:spcAft>
                <a:spcPts val="0"/>
              </a:spcAft>
              <a:buSzPts val="1400"/>
              <a:buNone/>
              <a:defRPr sz="1800" b="0" i="0" u="none" strike="noStrike" cap="none">
                <a:solidFill>
                  <a:schemeClr val="dk1"/>
                </a:solidFill>
                <a:latin typeface="Book Antiqua"/>
                <a:ea typeface="Book Antiqua"/>
                <a:cs typeface="Book Antiqua"/>
                <a:sym typeface="Book Antiqua"/>
              </a:defRPr>
            </a:lvl9pPr>
          </a:lstStyle>
          <a:p>
            <a:endParaRPr/>
          </a:p>
        </p:txBody>
      </p:sp>
      <p:sp>
        <p:nvSpPr>
          <p:cNvPr id="9" name="Google Shape;9;p1"/>
          <p:cNvSpPr txBox="1">
            <a:spLocks noGrp="1"/>
          </p:cNvSpPr>
          <p:nvPr>
            <p:ph type="sldNum" idx="12"/>
          </p:nvPr>
        </p:nvSpPr>
        <p:spPr>
          <a:xfrm>
            <a:off x="8852352" y="6161443"/>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2"/>
                </a:solidFill>
                <a:latin typeface="Book Antiqua"/>
                <a:ea typeface="Book Antiqua"/>
                <a:cs typeface="Book Antiqua"/>
                <a:sym typeface="Book Antiqua"/>
              </a:defRPr>
            </a:lvl1pPr>
            <a:lvl2pPr marL="0" marR="0" lvl="1" indent="0" algn="r" rtl="0">
              <a:spcBef>
                <a:spcPts val="0"/>
              </a:spcBef>
              <a:buNone/>
              <a:defRPr sz="1200" b="0" i="0" u="none" strike="noStrike" cap="none">
                <a:solidFill>
                  <a:schemeClr val="dk2"/>
                </a:solidFill>
                <a:latin typeface="Book Antiqua"/>
                <a:ea typeface="Book Antiqua"/>
                <a:cs typeface="Book Antiqua"/>
                <a:sym typeface="Book Antiqua"/>
              </a:defRPr>
            </a:lvl2pPr>
            <a:lvl3pPr marL="0" marR="0" lvl="2" indent="0" algn="r" rtl="0">
              <a:spcBef>
                <a:spcPts val="0"/>
              </a:spcBef>
              <a:buNone/>
              <a:defRPr sz="1200" b="0" i="0" u="none" strike="noStrike" cap="none">
                <a:solidFill>
                  <a:schemeClr val="dk2"/>
                </a:solidFill>
                <a:latin typeface="Book Antiqua"/>
                <a:ea typeface="Book Antiqua"/>
                <a:cs typeface="Book Antiqua"/>
                <a:sym typeface="Book Antiqua"/>
              </a:defRPr>
            </a:lvl3pPr>
            <a:lvl4pPr marL="0" marR="0" lvl="3" indent="0" algn="r" rtl="0">
              <a:spcBef>
                <a:spcPts val="0"/>
              </a:spcBef>
              <a:buNone/>
              <a:defRPr sz="1200" b="0" i="0" u="none" strike="noStrike" cap="none">
                <a:solidFill>
                  <a:schemeClr val="dk2"/>
                </a:solidFill>
                <a:latin typeface="Book Antiqua"/>
                <a:ea typeface="Book Antiqua"/>
                <a:cs typeface="Book Antiqua"/>
                <a:sym typeface="Book Antiqua"/>
              </a:defRPr>
            </a:lvl4pPr>
            <a:lvl5pPr marL="0" marR="0" lvl="4" indent="0" algn="r" rtl="0">
              <a:spcBef>
                <a:spcPts val="0"/>
              </a:spcBef>
              <a:buNone/>
              <a:defRPr sz="1200" b="0" i="0" u="none" strike="noStrike" cap="none">
                <a:solidFill>
                  <a:schemeClr val="dk2"/>
                </a:solidFill>
                <a:latin typeface="Book Antiqua"/>
                <a:ea typeface="Book Antiqua"/>
                <a:cs typeface="Book Antiqua"/>
                <a:sym typeface="Book Antiqua"/>
              </a:defRPr>
            </a:lvl5pPr>
            <a:lvl6pPr marL="0" marR="0" lvl="5" indent="0" algn="r" rtl="0">
              <a:spcBef>
                <a:spcPts val="0"/>
              </a:spcBef>
              <a:buNone/>
              <a:defRPr sz="1200" b="0" i="0" u="none" strike="noStrike" cap="none">
                <a:solidFill>
                  <a:schemeClr val="dk2"/>
                </a:solidFill>
                <a:latin typeface="Book Antiqua"/>
                <a:ea typeface="Book Antiqua"/>
                <a:cs typeface="Book Antiqua"/>
                <a:sym typeface="Book Antiqua"/>
              </a:defRPr>
            </a:lvl6pPr>
            <a:lvl7pPr marL="0" marR="0" lvl="6" indent="0" algn="r" rtl="0">
              <a:spcBef>
                <a:spcPts val="0"/>
              </a:spcBef>
              <a:buNone/>
              <a:defRPr sz="1200" b="0" i="0" u="none" strike="noStrike" cap="none">
                <a:solidFill>
                  <a:schemeClr val="dk2"/>
                </a:solidFill>
                <a:latin typeface="Book Antiqua"/>
                <a:ea typeface="Book Antiqua"/>
                <a:cs typeface="Book Antiqua"/>
                <a:sym typeface="Book Antiqua"/>
              </a:defRPr>
            </a:lvl7pPr>
            <a:lvl8pPr marL="0" marR="0" lvl="7" indent="0" algn="r" rtl="0">
              <a:spcBef>
                <a:spcPts val="0"/>
              </a:spcBef>
              <a:buNone/>
              <a:defRPr sz="1200" b="0" i="0" u="none" strike="noStrike" cap="none">
                <a:solidFill>
                  <a:schemeClr val="dk2"/>
                </a:solidFill>
                <a:latin typeface="Book Antiqua"/>
                <a:ea typeface="Book Antiqua"/>
                <a:cs typeface="Book Antiqua"/>
                <a:sym typeface="Book Antiqua"/>
              </a:defRPr>
            </a:lvl8pPr>
            <a:lvl9pPr marL="0" marR="0" lvl="8" indent="0" algn="r" rtl="0">
              <a:spcBef>
                <a:spcPts val="0"/>
              </a:spcBef>
              <a:buNone/>
              <a:defRPr sz="1200" b="0" i="0" u="none" strike="noStrike" cap="none">
                <a:solidFill>
                  <a:schemeClr val="dk2"/>
                </a:solidFill>
                <a:latin typeface="Book Antiqua"/>
                <a:ea typeface="Book Antiqua"/>
                <a:cs typeface="Book Antiqua"/>
                <a:sym typeface="Book Antiqua"/>
              </a:defRPr>
            </a:lvl9pPr>
          </a:lstStyle>
          <a:p>
            <a:fld id="{00000000-1234-1234-1234-123412341234}" type="slidenum">
              <a:rPr lang="en-US" smtClean="0"/>
              <a:pPr/>
              <a:t>‹#›</a:t>
            </a:fld>
            <a:endParaRPr lang="en-US"/>
          </a:p>
        </p:txBody>
      </p:sp>
      <p:pic>
        <p:nvPicPr>
          <p:cNvPr id="10" name="Google Shape;10;p1" descr="PPT-General4.jpg"/>
          <p:cNvPicPr preferRelativeResize="0"/>
          <p:nvPr/>
        </p:nvPicPr>
        <p:blipFill rotWithShape="1">
          <a:blip r:embed="rId12">
            <a:alphaModFix/>
          </a:blip>
          <a:srcRect/>
          <a:stretch/>
        </p:blipFill>
        <p:spPr>
          <a:xfrm>
            <a:off x="0" y="0"/>
            <a:ext cx="12192000" cy="6858000"/>
          </a:xfrm>
          <a:prstGeom prst="rect">
            <a:avLst/>
          </a:prstGeom>
          <a:noFill/>
          <a:ln>
            <a:noFill/>
          </a:ln>
        </p:spPr>
      </p:pic>
      <p:pic>
        <p:nvPicPr>
          <p:cNvPr id="11" name="Google Shape;11;p1" descr="PPT-General4.jpg"/>
          <p:cNvPicPr preferRelativeResize="0"/>
          <p:nvPr/>
        </p:nvPicPr>
        <p:blipFill rotWithShape="1">
          <a:blip r:embed="rId12">
            <a:alphaModFix/>
          </a:blip>
          <a:srcRect/>
          <a:stretch/>
        </p:blipFill>
        <p:spPr>
          <a:xfrm>
            <a:off x="0" y="0"/>
            <a:ext cx="12192000" cy="6858000"/>
          </a:xfrm>
          <a:prstGeom prst="rect">
            <a:avLst/>
          </a:prstGeom>
          <a:noFill/>
          <a:ln>
            <a:noFill/>
          </a:ln>
        </p:spPr>
      </p:pic>
      <p:pic>
        <p:nvPicPr>
          <p:cNvPr id="12" name="Google Shape;12;p1" descr="PPT-General6.jpg"/>
          <p:cNvPicPr preferRelativeResize="0"/>
          <p:nvPr/>
        </p:nvPicPr>
        <p:blipFill rotWithShape="1">
          <a:blip r:embed="rId13">
            <a:alphaModFix/>
          </a:blip>
          <a:src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226008432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12" name="Title 2">
            <a:extLst>
              <a:ext uri="{FF2B5EF4-FFF2-40B4-BE49-F238E27FC236}">
                <a16:creationId xmlns:a16="http://schemas.microsoft.com/office/drawing/2014/main" id="{DF8B6DA5-D27D-0711-E710-99B238092C8E}"/>
              </a:ext>
            </a:extLst>
          </p:cNvPr>
          <p:cNvSpPr txBox="1">
            <a:spLocks/>
          </p:cNvSpPr>
          <p:nvPr/>
        </p:nvSpPr>
        <p:spPr>
          <a:xfrm>
            <a:off x="2517269" y="2428535"/>
            <a:ext cx="8141379" cy="2983438"/>
          </a:xfrm>
          <a:prstGeom prst="rect">
            <a:avLst/>
          </a:prstGeom>
          <a:noFill/>
          <a:ln>
            <a:noFill/>
          </a:ln>
        </p:spPr>
        <p:txBody>
          <a:bodyPr spcFirstLastPara="1" wrap="square" lIns="91425" tIns="45700" rIns="91425" bIns="45700"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pPr algn="ctr">
              <a:spcAft>
                <a:spcPts val="4800"/>
              </a:spcAft>
            </a:pPr>
            <a:r>
              <a:rPr lang="en-US" sz="3600" dirty="0">
                <a:latin typeface="Times New Roman" panose="02020603050405020304" pitchFamily="18" charset="0"/>
                <a:cs typeface="Times New Roman" panose="02020603050405020304" pitchFamily="18" charset="0"/>
              </a:rPr>
              <a:t>Understanding Attention and Transformers in Machine Learning</a:t>
            </a:r>
            <a:br>
              <a:rPr lang="en-IN" sz="3600" kern="0" dirty="0">
                <a:effectLst>
                  <a:outerShdw blurRad="50800" dist="38100" dir="2700000" algn="tl" rotWithShape="0">
                    <a:prstClr val="black">
                      <a:alpha val="40000"/>
                    </a:prstClr>
                  </a:outerShdw>
                </a:effectLst>
                <a:latin typeface="Times New Roman" panose="02020603050405020304" pitchFamily="18" charset="0"/>
                <a:cs typeface="Times New Roman" panose="02020603050405020304" pitchFamily="18" charset="0"/>
              </a:rPr>
            </a:br>
            <a:endParaRPr lang="en-IN" sz="3600" kern="0" dirty="0">
              <a:solidFill>
                <a:srgbClr val="FFFF00"/>
              </a:solidFill>
              <a:effectLst>
                <a:outerShdw blurRad="50800" dist="38100" dir="5400000" algn="t" rotWithShape="0">
                  <a:prstClr val="black">
                    <a:alpha val="40000"/>
                  </a:prstClr>
                </a:outerShdw>
              </a:effectLst>
              <a:latin typeface="Times New Roman" panose="02020603050405020304" pitchFamily="18" charset="0"/>
              <a:cs typeface="Times New Roman" panose="02020603050405020304" pitchFamily="18" charset="0"/>
            </a:endParaRPr>
          </a:p>
        </p:txBody>
      </p:sp>
      <p:sp>
        <p:nvSpPr>
          <p:cNvPr id="14" name="Subtitle 3">
            <a:extLst>
              <a:ext uri="{FF2B5EF4-FFF2-40B4-BE49-F238E27FC236}">
                <a16:creationId xmlns:a16="http://schemas.microsoft.com/office/drawing/2014/main" id="{E3BF66D5-863A-DEF6-01B1-2FF8F6D7E9BC}"/>
              </a:ext>
            </a:extLst>
          </p:cNvPr>
          <p:cNvSpPr txBox="1">
            <a:spLocks/>
          </p:cNvSpPr>
          <p:nvPr/>
        </p:nvSpPr>
        <p:spPr>
          <a:xfrm>
            <a:off x="969827" y="5199320"/>
            <a:ext cx="2379429" cy="146729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480"/>
              </a:spcBef>
              <a:spcAft>
                <a:spcPts val="0"/>
              </a:spcAft>
              <a:buClr>
                <a:schemeClr val="accent1"/>
              </a:buClr>
              <a:buSzPts val="2400"/>
              <a:buFont typeface="Noto Sans Symbols"/>
              <a:buNone/>
              <a:defRPr sz="2400" b="0" i="0" u="none" strike="noStrike" cap="none">
                <a:solidFill>
                  <a:srgbClr val="ECE9C6"/>
                </a:solidFill>
                <a:latin typeface="Arial"/>
                <a:ea typeface="Arial"/>
                <a:cs typeface="Arial"/>
                <a:sym typeface="Arial"/>
              </a:defRPr>
            </a:lvl1pPr>
            <a:lvl2pPr marR="0" lvl="1" algn="ctr" rtl="0">
              <a:lnSpc>
                <a:spcPct val="100000"/>
              </a:lnSpc>
              <a:spcBef>
                <a:spcPts val="440"/>
              </a:spcBef>
              <a:spcAft>
                <a:spcPts val="0"/>
              </a:spcAft>
              <a:buClr>
                <a:schemeClr val="accent1"/>
              </a:buClr>
              <a:buSzPts val="2200"/>
              <a:buFont typeface="Noto Sans Symbols"/>
              <a:buNone/>
              <a:defRPr sz="2200" b="0" i="0" u="none" strike="noStrike" cap="none">
                <a:solidFill>
                  <a:srgbClr val="888888"/>
                </a:solidFill>
                <a:latin typeface="Book Antiqua"/>
                <a:ea typeface="Book Antiqua"/>
                <a:cs typeface="Book Antiqua"/>
                <a:sym typeface="Book Antiqua"/>
              </a:defRPr>
            </a:lvl2pPr>
            <a:lvl3pPr marR="0" lvl="2" algn="ctr" rtl="0">
              <a:lnSpc>
                <a:spcPct val="100000"/>
              </a:lnSpc>
              <a:spcBef>
                <a:spcPts val="400"/>
              </a:spcBef>
              <a:spcAft>
                <a:spcPts val="0"/>
              </a:spcAft>
              <a:buClr>
                <a:schemeClr val="accent1"/>
              </a:buClr>
              <a:buSzPts val="2000"/>
              <a:buFont typeface="Noto Sans Symbols"/>
              <a:buNone/>
              <a:defRPr sz="2000" b="0" i="0" u="none" strike="noStrike" cap="none">
                <a:solidFill>
                  <a:srgbClr val="888888"/>
                </a:solidFill>
                <a:latin typeface="Book Antiqua"/>
                <a:ea typeface="Book Antiqua"/>
                <a:cs typeface="Book Antiqua"/>
                <a:sym typeface="Book Antiqua"/>
              </a:defRPr>
            </a:lvl3pPr>
            <a:lvl4pPr marR="0" lvl="3"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Book Antiqua"/>
                <a:ea typeface="Book Antiqua"/>
                <a:cs typeface="Book Antiqua"/>
                <a:sym typeface="Book Antiqua"/>
              </a:defRPr>
            </a:lvl4pPr>
            <a:lvl5pPr marR="0" lvl="4" algn="ctr" rtl="0">
              <a:lnSpc>
                <a:spcPct val="100000"/>
              </a:lnSpc>
              <a:spcBef>
                <a:spcPts val="320"/>
              </a:spcBef>
              <a:spcAft>
                <a:spcPts val="0"/>
              </a:spcAft>
              <a:buClr>
                <a:schemeClr val="accent1"/>
              </a:buClr>
              <a:buSzPts val="1600"/>
              <a:buFont typeface="Noto Sans Symbols"/>
              <a:buNone/>
              <a:defRPr sz="1600" b="0" i="0" u="none" strike="noStrike" cap="none">
                <a:solidFill>
                  <a:srgbClr val="888888"/>
                </a:solidFill>
                <a:latin typeface="Book Antiqua"/>
                <a:ea typeface="Book Antiqua"/>
                <a:cs typeface="Book Antiqua"/>
                <a:sym typeface="Book Antiqua"/>
              </a:defRPr>
            </a:lvl5pPr>
            <a:lvl6pPr marR="0" lvl="5" algn="ctr" rtl="0">
              <a:lnSpc>
                <a:spcPct val="100000"/>
              </a:lnSpc>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6pPr>
            <a:lvl7pPr marR="0" lvl="6" algn="ctr" rtl="0">
              <a:lnSpc>
                <a:spcPct val="100000"/>
              </a:lnSpc>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7pPr>
            <a:lvl8pPr marR="0" lvl="7" algn="ctr" rtl="0">
              <a:lnSpc>
                <a:spcPct val="100000"/>
              </a:lnSpc>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8pPr>
            <a:lvl9pPr marR="0" lvl="8" algn="ctr" rtl="0">
              <a:lnSpc>
                <a:spcPct val="100000"/>
              </a:lnSpc>
              <a:spcBef>
                <a:spcPts val="400"/>
              </a:spcBef>
              <a:spcAft>
                <a:spcPts val="0"/>
              </a:spcAft>
              <a:buClr>
                <a:schemeClr val="accent1"/>
              </a:buClr>
              <a:buSzPts val="1400"/>
              <a:buFont typeface="Noto Sans Symbols"/>
              <a:buNone/>
              <a:defRPr sz="1400" b="0" i="0" u="none" strike="noStrike" cap="none">
                <a:solidFill>
                  <a:srgbClr val="888888"/>
                </a:solidFill>
                <a:latin typeface="Book Antiqua"/>
                <a:ea typeface="Book Antiqua"/>
                <a:cs typeface="Book Antiqua"/>
                <a:sym typeface="Book Antiqua"/>
              </a:defRPr>
            </a:lvl9pPr>
          </a:lstStyle>
          <a:p>
            <a:r>
              <a:rPr lang="en-US" sz="1800" b="1" kern="0" dirty="0">
                <a:latin typeface="Times New Roman" panose="02020603050405020304" pitchFamily="18" charset="0"/>
                <a:cs typeface="Times New Roman" panose="02020603050405020304" pitchFamily="18" charset="0"/>
              </a:rPr>
              <a:t>Presented by:</a:t>
            </a:r>
            <a:br>
              <a:rPr lang="en-US" sz="1800" b="1" kern="0" dirty="0">
                <a:latin typeface="Times New Roman" panose="02020603050405020304" pitchFamily="18" charset="0"/>
                <a:cs typeface="Times New Roman" panose="02020603050405020304" pitchFamily="18" charset="0"/>
              </a:rPr>
            </a:br>
            <a:endParaRPr lang="en-US" sz="1800" b="1" kern="0" dirty="0">
              <a:latin typeface="Times New Roman" panose="02020603050405020304" pitchFamily="18" charset="0"/>
              <a:cs typeface="Times New Roman" panose="02020603050405020304" pitchFamily="18" charset="0"/>
            </a:endParaRPr>
          </a:p>
          <a:p>
            <a:r>
              <a:rPr lang="en-US" sz="1800" kern="0" dirty="0">
                <a:latin typeface="Times New Roman" panose="02020603050405020304" pitchFamily="18" charset="0"/>
                <a:cs typeface="Times New Roman" panose="02020603050405020304" pitchFamily="18" charset="0"/>
              </a:rPr>
              <a:t>Sireesha Kurapalli</a:t>
            </a:r>
          </a:p>
          <a:p>
            <a:endParaRPr lang="en-US" kern="0" dirty="0"/>
          </a:p>
        </p:txBody>
      </p:sp>
      <p:sp>
        <p:nvSpPr>
          <p:cNvPr id="16" name="TextBox 15">
            <a:extLst>
              <a:ext uri="{FF2B5EF4-FFF2-40B4-BE49-F238E27FC236}">
                <a16:creationId xmlns:a16="http://schemas.microsoft.com/office/drawing/2014/main" id="{9A56180D-96D4-EB95-F086-65B90B67666E}"/>
              </a:ext>
            </a:extLst>
          </p:cNvPr>
          <p:cNvSpPr txBox="1"/>
          <p:nvPr/>
        </p:nvSpPr>
        <p:spPr>
          <a:xfrm>
            <a:off x="4674692" y="752955"/>
            <a:ext cx="3656770" cy="707886"/>
          </a:xfrm>
          <a:prstGeom prst="rect">
            <a:avLst/>
          </a:prstGeom>
          <a:noFill/>
        </p:spPr>
        <p:txBody>
          <a:bodyPr wrap="none" rtlCol="0">
            <a:spAutoFit/>
          </a:bodyPr>
          <a:lstStyle/>
          <a:p>
            <a:r>
              <a:rPr lang="en-IN" sz="4000" b="1" dirty="0">
                <a:solidFill>
                  <a:srgbClr val="0070C0"/>
                </a:solidFill>
                <a:effectLst>
                  <a:outerShdw blurRad="50800" dist="38100" dir="5400000" algn="t" rotWithShape="0">
                    <a:prstClr val="black">
                      <a:alpha val="40000"/>
                    </a:prstClr>
                  </a:outerShdw>
                </a:effectLst>
                <a:latin typeface="Calisto MT" panose="02040603050505030304" pitchFamily="18" charset="0"/>
              </a:rPr>
              <a:t>CSCI_6364_81</a:t>
            </a:r>
          </a:p>
        </p:txBody>
      </p:sp>
    </p:spTree>
    <p:extLst>
      <p:ext uri="{BB962C8B-B14F-4D97-AF65-F5344CB8AC3E}">
        <p14:creationId xmlns:p14="http://schemas.microsoft.com/office/powerpoint/2010/main" val="1459236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 name="Title 1">
            <a:extLst>
              <a:ext uri="{FF2B5EF4-FFF2-40B4-BE49-F238E27FC236}">
                <a16:creationId xmlns:a16="http://schemas.microsoft.com/office/drawing/2014/main" id="{30916154-E2CA-1110-0512-98392AFBDB9C}"/>
              </a:ext>
            </a:extLst>
          </p:cNvPr>
          <p:cNvSpPr>
            <a:spLocks noGrp="1"/>
          </p:cNvSpPr>
          <p:nvPr>
            <p:ph type="title"/>
          </p:nvPr>
        </p:nvSpPr>
        <p:spPr>
          <a:xfrm>
            <a:off x="549006" y="297830"/>
            <a:ext cx="10074170" cy="468652"/>
          </a:xfrm>
        </p:spPr>
        <p:txBody>
          <a:bodyPr wrap="square" anchor="t">
            <a:noAutofit/>
          </a:bodyPr>
          <a:lstStyle/>
          <a:p>
            <a:r>
              <a:rPr lang="en-US" sz="2800" b="1" dirty="0">
                <a:solidFill>
                  <a:srgbClr val="002060"/>
                </a:solidFill>
                <a:latin typeface="Times New Roman" panose="02020603050405020304" pitchFamily="18" charset="0"/>
                <a:cs typeface="Times New Roman" panose="02020603050405020304" pitchFamily="18" charset="0"/>
              </a:rPr>
              <a:t>From Words to Images: The Journey of Transformers</a:t>
            </a:r>
          </a:p>
        </p:txBody>
      </p:sp>
      <p:sp>
        <p:nvSpPr>
          <p:cNvPr id="8" name="TextBox 7">
            <a:extLst>
              <a:ext uri="{FF2B5EF4-FFF2-40B4-BE49-F238E27FC236}">
                <a16:creationId xmlns:a16="http://schemas.microsoft.com/office/drawing/2014/main" id="{9623DEF3-8159-5FD4-7076-F3765B38EFED}"/>
              </a:ext>
            </a:extLst>
          </p:cNvPr>
          <p:cNvSpPr txBox="1"/>
          <p:nvPr/>
        </p:nvSpPr>
        <p:spPr>
          <a:xfrm>
            <a:off x="937990" y="1495482"/>
            <a:ext cx="5530046" cy="2677656"/>
          </a:xfrm>
          <a:prstGeom prst="rect">
            <a:avLst/>
          </a:prstGeom>
          <a:noFill/>
        </p:spPr>
        <p:txBody>
          <a:bodyPr wrap="square">
            <a:spAutoFit/>
          </a:bodyPr>
          <a:lstStyle>
            <a:defPPr>
              <a:defRPr lang="en-US"/>
            </a:defPPr>
            <a:lvl1pPr marL="342900" indent="-342900">
              <a:buAutoNum type="arabicPeriod"/>
              <a:defRPr sz="2400">
                <a:latin typeface="Times New Roman" panose="02020603050405020304" pitchFamily="18" charset="0"/>
                <a:cs typeface="Times New Roman" panose="02020603050405020304" pitchFamily="18" charset="0"/>
              </a:defRPr>
            </a:lvl1pPr>
          </a:lstStyle>
          <a:p>
            <a:pPr>
              <a:buFont typeface="Arial" panose="020B0604020202020204" pitchFamily="34" charset="0"/>
              <a:buChar char="•"/>
            </a:pPr>
            <a:r>
              <a:rPr lang="en-US" b="1" dirty="0"/>
              <a:t>Challenges in ML: </a:t>
            </a:r>
            <a:r>
              <a:rPr lang="en-US" dirty="0"/>
              <a:t>Long sequences, dependencies</a:t>
            </a:r>
          </a:p>
          <a:p>
            <a:pPr>
              <a:buFont typeface="Arial" panose="020B0604020202020204" pitchFamily="34" charset="0"/>
              <a:buChar char="•"/>
            </a:pPr>
            <a:r>
              <a:rPr lang="en-US" b="1" dirty="0"/>
              <a:t>Game-Changers: </a:t>
            </a:r>
            <a:r>
              <a:rPr lang="en-US" dirty="0"/>
              <a:t>Attention mechanisms, Transformers, Vision Transformers</a:t>
            </a:r>
          </a:p>
          <a:p>
            <a:pPr>
              <a:buFont typeface="Arial" panose="020B0604020202020204" pitchFamily="34" charset="0"/>
              <a:buChar char="•"/>
            </a:pPr>
            <a:r>
              <a:rPr lang="en-US" b="1" dirty="0"/>
              <a:t>Impact: </a:t>
            </a:r>
            <a:r>
              <a:rPr lang="en-US" dirty="0"/>
              <a:t>Unified architecture across text and vision</a:t>
            </a:r>
          </a:p>
        </p:txBody>
      </p:sp>
      <p:cxnSp>
        <p:nvCxnSpPr>
          <p:cNvPr id="3" name="Straight Connector 2">
            <a:extLst>
              <a:ext uri="{FF2B5EF4-FFF2-40B4-BE49-F238E27FC236}">
                <a16:creationId xmlns:a16="http://schemas.microsoft.com/office/drawing/2014/main" id="{DF266B40-C283-3550-6005-8C7437D4C825}"/>
              </a:ext>
            </a:extLst>
          </p:cNvPr>
          <p:cNvCxnSpPr>
            <a:cxnSpLocks/>
          </p:cNvCxnSpPr>
          <p:nvPr/>
        </p:nvCxnSpPr>
        <p:spPr>
          <a:xfrm>
            <a:off x="231494" y="1041722"/>
            <a:ext cx="11806177" cy="0"/>
          </a:xfrm>
          <a:prstGeom prst="line">
            <a:avLst/>
          </a:prstGeom>
          <a:ln/>
        </p:spPr>
        <p:style>
          <a:lnRef idx="3">
            <a:schemeClr val="accent5"/>
          </a:lnRef>
          <a:fillRef idx="0">
            <a:schemeClr val="accent5"/>
          </a:fillRef>
          <a:effectRef idx="2">
            <a:schemeClr val="accent5"/>
          </a:effectRef>
          <a:fontRef idx="minor">
            <a:schemeClr val="tx1"/>
          </a:fontRef>
        </p:style>
      </p:cxnSp>
      <p:pic>
        <p:nvPicPr>
          <p:cNvPr id="1026" name="Picture 2" descr="The Transformer Model - MachineLearningMastery.com">
            <a:extLst>
              <a:ext uri="{FF2B5EF4-FFF2-40B4-BE49-F238E27FC236}">
                <a16:creationId xmlns:a16="http://schemas.microsoft.com/office/drawing/2014/main" id="{ED535D04-8B92-2068-6567-86BA355BBE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5720" y="1067472"/>
            <a:ext cx="3898290" cy="5492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587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BB5BE315-00E7-7BEB-605A-F0C50B1E207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33081E3-B33F-C184-CA70-3BA443095ABE}"/>
              </a:ext>
            </a:extLst>
          </p:cNvPr>
          <p:cNvSpPr>
            <a:spLocks noGrp="1"/>
          </p:cNvSpPr>
          <p:nvPr>
            <p:ph type="title"/>
          </p:nvPr>
        </p:nvSpPr>
        <p:spPr>
          <a:xfrm>
            <a:off x="421685" y="302673"/>
            <a:ext cx="8013561" cy="563503"/>
          </a:xfrm>
        </p:spPr>
        <p:txBody>
          <a:bodyPr wrap="square" anchor="t">
            <a:noAutofit/>
          </a:bodyPr>
          <a:lstStyle/>
          <a:p>
            <a:r>
              <a:rPr lang="en-US" sz="2800" b="1" dirty="0">
                <a:solidFill>
                  <a:srgbClr val="002060"/>
                </a:solidFill>
                <a:latin typeface="Times New Roman" panose="02020603050405020304" pitchFamily="18" charset="0"/>
                <a:cs typeface="Times New Roman" panose="02020603050405020304" pitchFamily="18" charset="0"/>
              </a:rPr>
              <a:t>Attention: The Key to Focus</a:t>
            </a:r>
          </a:p>
        </p:txBody>
      </p:sp>
      <p:sp>
        <p:nvSpPr>
          <p:cNvPr id="8" name="TextBox 7">
            <a:extLst>
              <a:ext uri="{FF2B5EF4-FFF2-40B4-BE49-F238E27FC236}">
                <a16:creationId xmlns:a16="http://schemas.microsoft.com/office/drawing/2014/main" id="{8BADCFCC-B244-FA77-DC47-BD18A26DD225}"/>
              </a:ext>
            </a:extLst>
          </p:cNvPr>
          <p:cNvSpPr txBox="1"/>
          <p:nvPr/>
        </p:nvSpPr>
        <p:spPr>
          <a:xfrm>
            <a:off x="937989" y="1495483"/>
            <a:ext cx="8228663" cy="1938992"/>
          </a:xfrm>
          <a:prstGeom prst="rect">
            <a:avLst/>
          </a:prstGeom>
          <a:noFill/>
        </p:spPr>
        <p:txBody>
          <a:bodyPr wrap="square">
            <a:spAutoFit/>
          </a:bodyPr>
          <a:lstStyle>
            <a:defPPr>
              <a:defRPr lang="en-US"/>
            </a:defPPr>
            <a:lvl1pPr marL="342900" indent="-342900">
              <a:buAutoNum type="arabicPeriod"/>
              <a:defRPr sz="2400">
                <a:latin typeface="Times New Roman" panose="02020603050405020304" pitchFamily="18" charset="0"/>
                <a:cs typeface="Times New Roman" panose="02020603050405020304" pitchFamily="18" charset="0"/>
              </a:defRPr>
            </a:lvl1pPr>
          </a:lstStyle>
          <a:p>
            <a:pPr>
              <a:buFont typeface="Arial" panose="020B0604020202020204" pitchFamily="34" charset="0"/>
              <a:buChar char="•"/>
            </a:pPr>
            <a:r>
              <a:rPr lang="en-US" b="1" dirty="0"/>
              <a:t>Challenge:</a:t>
            </a:r>
            <a:r>
              <a:rPr lang="en-US" dirty="0"/>
              <a:t> Seq2Seq models lose context in long inputs</a:t>
            </a:r>
          </a:p>
          <a:p>
            <a:pPr>
              <a:buFont typeface="Arial" panose="020B0604020202020204" pitchFamily="34" charset="0"/>
              <a:buChar char="•"/>
            </a:pPr>
            <a:r>
              <a:rPr lang="en-US" b="1" dirty="0"/>
              <a:t>Solution:</a:t>
            </a:r>
            <a:r>
              <a:rPr lang="en-US" dirty="0"/>
              <a:t> Attention mechanisms focus on relevant parts</a:t>
            </a:r>
          </a:p>
          <a:p>
            <a:pPr>
              <a:buFont typeface="Arial" panose="020B0604020202020204" pitchFamily="34" charset="0"/>
              <a:buChar char="•"/>
            </a:pPr>
            <a:r>
              <a:rPr lang="en-US" b="1" dirty="0"/>
              <a:t>Types of Attention:</a:t>
            </a:r>
          </a:p>
          <a:p>
            <a:pPr marL="800100" lvl="1" indent="-342900">
              <a:buFont typeface="Wingdings" pitchFamily="2" charset="2"/>
              <a:buChar char="§"/>
            </a:pPr>
            <a:r>
              <a:rPr lang="en-US" sz="2400" b="1" dirty="0">
                <a:latin typeface="Times New Roman" panose="02020603050405020304" pitchFamily="18" charset="0"/>
                <a:cs typeface="Times New Roman" panose="02020603050405020304" pitchFamily="18" charset="0"/>
              </a:rPr>
              <a:t>Self-Attention: </a:t>
            </a:r>
            <a:r>
              <a:rPr lang="en-US" sz="2400" dirty="0">
                <a:latin typeface="Times New Roman" panose="02020603050405020304" pitchFamily="18" charset="0"/>
                <a:cs typeface="Times New Roman" panose="02020603050405020304" pitchFamily="18" charset="0"/>
              </a:rPr>
              <a:t>Understand relationships within input</a:t>
            </a:r>
          </a:p>
          <a:p>
            <a:pPr marL="800100" lvl="1" indent="-342900">
              <a:buFont typeface="Wingdings" pitchFamily="2" charset="2"/>
              <a:buChar char="§"/>
            </a:pPr>
            <a:r>
              <a:rPr lang="en-US" sz="2400" b="1" dirty="0">
                <a:latin typeface="Times New Roman" panose="02020603050405020304" pitchFamily="18" charset="0"/>
                <a:cs typeface="Times New Roman" panose="02020603050405020304" pitchFamily="18" charset="0"/>
              </a:rPr>
              <a:t>Global vs. Local: </a:t>
            </a:r>
            <a:r>
              <a:rPr lang="en-US" sz="2400" dirty="0">
                <a:latin typeface="Times New Roman" panose="02020603050405020304" pitchFamily="18" charset="0"/>
                <a:cs typeface="Times New Roman" panose="02020603050405020304" pitchFamily="18" charset="0"/>
              </a:rPr>
              <a:t>Wide vs. narrow focus</a:t>
            </a:r>
          </a:p>
        </p:txBody>
      </p:sp>
      <p:cxnSp>
        <p:nvCxnSpPr>
          <p:cNvPr id="2" name="Straight Connector 1">
            <a:extLst>
              <a:ext uri="{FF2B5EF4-FFF2-40B4-BE49-F238E27FC236}">
                <a16:creationId xmlns:a16="http://schemas.microsoft.com/office/drawing/2014/main" id="{102D1DB2-B23D-BC78-C396-7FF22AF931F9}"/>
              </a:ext>
            </a:extLst>
          </p:cNvPr>
          <p:cNvCxnSpPr>
            <a:cxnSpLocks/>
          </p:cNvCxnSpPr>
          <p:nvPr/>
        </p:nvCxnSpPr>
        <p:spPr>
          <a:xfrm>
            <a:off x="231494" y="1041722"/>
            <a:ext cx="11806177" cy="0"/>
          </a:xfrm>
          <a:prstGeom prst="line">
            <a:avLst/>
          </a:prstGeom>
          <a:ln/>
        </p:spPr>
        <p:style>
          <a:lnRef idx="3">
            <a:schemeClr val="accent5"/>
          </a:lnRef>
          <a:fillRef idx="0">
            <a:schemeClr val="accent5"/>
          </a:fillRef>
          <a:effectRef idx="2">
            <a:schemeClr val="accent5"/>
          </a:effectRef>
          <a:fontRef idx="minor">
            <a:schemeClr val="tx1"/>
          </a:fontRef>
        </p:style>
      </p:cxnSp>
      <p:pic>
        <p:nvPicPr>
          <p:cNvPr id="4" name="Picture 3" descr="A collage of a dog wearing a blanket&#10;&#10;Description automatically generated">
            <a:extLst>
              <a:ext uri="{FF2B5EF4-FFF2-40B4-BE49-F238E27FC236}">
                <a16:creationId xmlns:a16="http://schemas.microsoft.com/office/drawing/2014/main" id="{14172FD5-BC74-95A8-8B0E-C9FCF21710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7054" y="3863296"/>
            <a:ext cx="6203373" cy="2572527"/>
          </a:xfrm>
          <a:prstGeom prst="rect">
            <a:avLst/>
          </a:prstGeom>
        </p:spPr>
      </p:pic>
    </p:spTree>
    <p:extLst>
      <p:ext uri="{BB962C8B-B14F-4D97-AF65-F5344CB8AC3E}">
        <p14:creationId xmlns:p14="http://schemas.microsoft.com/office/powerpoint/2010/main" val="2046361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04EAC7B6-BE30-2D83-759D-9E8A25925FB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5A6FC67-AE55-89A7-2E03-915190F3F8AD}"/>
              </a:ext>
            </a:extLst>
          </p:cNvPr>
          <p:cNvSpPr>
            <a:spLocks noGrp="1"/>
          </p:cNvSpPr>
          <p:nvPr>
            <p:ph type="title"/>
          </p:nvPr>
        </p:nvSpPr>
        <p:spPr>
          <a:xfrm>
            <a:off x="421685" y="302673"/>
            <a:ext cx="8013561" cy="563503"/>
          </a:xfrm>
        </p:spPr>
        <p:txBody>
          <a:bodyPr wrap="square" anchor="t">
            <a:noAutofit/>
          </a:bodyPr>
          <a:lstStyle/>
          <a:p>
            <a:r>
              <a:rPr lang="en-US" sz="2800" b="1" dirty="0">
                <a:solidFill>
                  <a:srgbClr val="002060"/>
                </a:solidFill>
                <a:latin typeface="Times New Roman" panose="02020603050405020304" pitchFamily="18" charset="0"/>
                <a:cs typeface="Times New Roman" panose="02020603050405020304" pitchFamily="18" charset="0"/>
              </a:rPr>
              <a:t>Transformers: NLP Redefined</a:t>
            </a:r>
          </a:p>
        </p:txBody>
      </p:sp>
      <p:sp>
        <p:nvSpPr>
          <p:cNvPr id="8" name="TextBox 7">
            <a:extLst>
              <a:ext uri="{FF2B5EF4-FFF2-40B4-BE49-F238E27FC236}">
                <a16:creationId xmlns:a16="http://schemas.microsoft.com/office/drawing/2014/main" id="{EB159EEA-AF43-823C-8032-70452CDCD577}"/>
              </a:ext>
            </a:extLst>
          </p:cNvPr>
          <p:cNvSpPr txBox="1"/>
          <p:nvPr/>
        </p:nvSpPr>
        <p:spPr>
          <a:xfrm>
            <a:off x="937989" y="1495483"/>
            <a:ext cx="5664517" cy="3046988"/>
          </a:xfrm>
          <a:prstGeom prst="rect">
            <a:avLst/>
          </a:prstGeom>
          <a:noFill/>
        </p:spPr>
        <p:txBody>
          <a:bodyPr wrap="square">
            <a:spAutoFit/>
          </a:bodyPr>
          <a:lstStyle>
            <a:defPPr>
              <a:defRPr lang="en-US"/>
            </a:defPPr>
            <a:lvl1pPr marL="342900" indent="-342900">
              <a:buAutoNum type="arabicPeriod"/>
              <a:defRPr sz="2400">
                <a:latin typeface="Times New Roman" panose="02020603050405020304" pitchFamily="18" charset="0"/>
                <a:cs typeface="Times New Roman" panose="02020603050405020304" pitchFamily="18" charset="0"/>
              </a:defRPr>
            </a:lvl1pPr>
          </a:lstStyle>
          <a:p>
            <a:pPr>
              <a:buFont typeface="Arial" panose="020B0604020202020204" pitchFamily="34" charset="0"/>
              <a:buChar char="•"/>
            </a:pPr>
            <a:r>
              <a:rPr lang="en-US" b="1" dirty="0"/>
              <a:t>Self-Attention Everywhere: </a:t>
            </a:r>
            <a:r>
              <a:rPr lang="en-US" dirty="0"/>
              <a:t>Captures dependencies at scale</a:t>
            </a:r>
          </a:p>
          <a:p>
            <a:pPr>
              <a:buFont typeface="Arial" panose="020B0604020202020204" pitchFamily="34" charset="0"/>
              <a:buChar char="•"/>
            </a:pPr>
            <a:r>
              <a:rPr lang="en-US" b="1" dirty="0"/>
              <a:t>Encoder-Decoder Architecture: </a:t>
            </a:r>
            <a:r>
              <a:rPr lang="en-US" dirty="0"/>
              <a:t>Processes input and generates output</a:t>
            </a:r>
          </a:p>
          <a:p>
            <a:pPr>
              <a:buFont typeface="Arial" panose="020B0604020202020204" pitchFamily="34" charset="0"/>
              <a:buChar char="•"/>
            </a:pPr>
            <a:r>
              <a:rPr lang="en-US" b="1" dirty="0"/>
              <a:t>Parallelization: </a:t>
            </a:r>
            <a:r>
              <a:rPr lang="en-US" dirty="0"/>
              <a:t>Faster training without recurrence</a:t>
            </a:r>
          </a:p>
          <a:p>
            <a:pPr>
              <a:buFont typeface="Arial" panose="020B0604020202020204" pitchFamily="34" charset="0"/>
              <a:buChar char="•"/>
            </a:pPr>
            <a:r>
              <a:rPr lang="en-US" b="1" dirty="0"/>
              <a:t>Positional Encoding: </a:t>
            </a:r>
            <a:r>
              <a:rPr lang="en-US" dirty="0"/>
              <a:t>Adds word order information</a:t>
            </a:r>
            <a:endParaRPr lang="en-US" sz="2400"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47D741E8-283A-D043-928E-CB029F256DA4}"/>
              </a:ext>
            </a:extLst>
          </p:cNvPr>
          <p:cNvCxnSpPr>
            <a:cxnSpLocks/>
          </p:cNvCxnSpPr>
          <p:nvPr/>
        </p:nvCxnSpPr>
        <p:spPr>
          <a:xfrm>
            <a:off x="231494" y="1041722"/>
            <a:ext cx="11806177" cy="0"/>
          </a:xfrm>
          <a:prstGeom prst="line">
            <a:avLst/>
          </a:prstGeom>
          <a:ln/>
        </p:spPr>
        <p:style>
          <a:lnRef idx="3">
            <a:schemeClr val="accent5"/>
          </a:lnRef>
          <a:fillRef idx="0">
            <a:schemeClr val="accent5"/>
          </a:fillRef>
          <a:effectRef idx="2">
            <a:schemeClr val="accent5"/>
          </a:effectRef>
          <a:fontRef idx="minor">
            <a:schemeClr val="tx1"/>
          </a:fontRef>
        </p:style>
      </p:cxnSp>
      <p:pic>
        <p:nvPicPr>
          <p:cNvPr id="4" name="Picture 3" descr="A diagram of a computer&#10;&#10;Description automatically generated">
            <a:extLst>
              <a:ext uri="{FF2B5EF4-FFF2-40B4-BE49-F238E27FC236}">
                <a16:creationId xmlns:a16="http://schemas.microsoft.com/office/drawing/2014/main" id="{6CCF63A5-331F-B3BE-EB6A-940DE0C20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506" y="1627319"/>
            <a:ext cx="5318933" cy="3315124"/>
          </a:xfrm>
          <a:prstGeom prst="rect">
            <a:avLst/>
          </a:prstGeom>
        </p:spPr>
      </p:pic>
    </p:spTree>
    <p:extLst>
      <p:ext uri="{BB962C8B-B14F-4D97-AF65-F5344CB8AC3E}">
        <p14:creationId xmlns:p14="http://schemas.microsoft.com/office/powerpoint/2010/main" val="2868463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2792CF2A-1607-DE8B-F093-EEFC7F85EFC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7BC97F3-EB10-E46B-A389-41A5BF5B3E99}"/>
              </a:ext>
            </a:extLst>
          </p:cNvPr>
          <p:cNvSpPr>
            <a:spLocks noGrp="1"/>
          </p:cNvSpPr>
          <p:nvPr>
            <p:ph type="title"/>
          </p:nvPr>
        </p:nvSpPr>
        <p:spPr>
          <a:xfrm>
            <a:off x="421685" y="302673"/>
            <a:ext cx="8013561" cy="563503"/>
          </a:xfrm>
        </p:spPr>
        <p:txBody>
          <a:bodyPr wrap="square" anchor="t">
            <a:noAutofit/>
          </a:bodyPr>
          <a:lstStyle/>
          <a:p>
            <a:r>
              <a:rPr lang="en-US" sz="2800" b="1" dirty="0">
                <a:solidFill>
                  <a:srgbClr val="002060"/>
                </a:solidFill>
                <a:latin typeface="Times New Roman" panose="02020603050405020304" pitchFamily="18" charset="0"/>
                <a:cs typeface="Times New Roman" panose="02020603050405020304" pitchFamily="18" charset="0"/>
              </a:rPr>
              <a:t>Transformers See the World</a:t>
            </a:r>
          </a:p>
        </p:txBody>
      </p:sp>
      <p:sp>
        <p:nvSpPr>
          <p:cNvPr id="8" name="TextBox 7">
            <a:extLst>
              <a:ext uri="{FF2B5EF4-FFF2-40B4-BE49-F238E27FC236}">
                <a16:creationId xmlns:a16="http://schemas.microsoft.com/office/drawing/2014/main" id="{0964A834-B7D0-40A9-0A93-4507612D7319}"/>
              </a:ext>
            </a:extLst>
          </p:cNvPr>
          <p:cNvSpPr txBox="1"/>
          <p:nvPr/>
        </p:nvSpPr>
        <p:spPr>
          <a:xfrm>
            <a:off x="937989" y="1495483"/>
            <a:ext cx="8228663" cy="1938992"/>
          </a:xfrm>
          <a:prstGeom prst="rect">
            <a:avLst/>
          </a:prstGeom>
          <a:noFill/>
        </p:spPr>
        <p:txBody>
          <a:bodyPr wrap="square">
            <a:spAutoFit/>
          </a:bodyPr>
          <a:lstStyle>
            <a:defPPr>
              <a:defRPr lang="en-US"/>
            </a:defPPr>
            <a:lvl1pPr marL="342900" indent="-342900">
              <a:buAutoNum type="arabicPeriod"/>
              <a:defRPr sz="2400">
                <a:latin typeface="Times New Roman" panose="02020603050405020304" pitchFamily="18" charset="0"/>
                <a:cs typeface="Times New Roman" panose="02020603050405020304" pitchFamily="18" charset="0"/>
              </a:defRPr>
            </a:lvl1pPr>
          </a:lstStyle>
          <a:p>
            <a:pPr>
              <a:buFont typeface="Arial" panose="020B0604020202020204" pitchFamily="34" charset="0"/>
              <a:buChar char="•"/>
            </a:pPr>
            <a:r>
              <a:rPr lang="en-US" b="1" dirty="0"/>
              <a:t>Images as Patches: </a:t>
            </a:r>
            <a:r>
              <a:rPr lang="en-US" dirty="0"/>
              <a:t>Divided into tokens like words in text</a:t>
            </a:r>
          </a:p>
          <a:p>
            <a:pPr>
              <a:buFont typeface="Arial" panose="020B0604020202020204" pitchFamily="34" charset="0"/>
              <a:buChar char="•"/>
            </a:pPr>
            <a:r>
              <a:rPr lang="en-US" b="1" dirty="0"/>
              <a:t>Long-Range Dependencies: </a:t>
            </a:r>
            <a:r>
              <a:rPr lang="en-US" dirty="0"/>
              <a:t>Captures relationships across the image</a:t>
            </a:r>
          </a:p>
          <a:p>
            <a:pPr>
              <a:buFont typeface="Arial" panose="020B0604020202020204" pitchFamily="34" charset="0"/>
              <a:buChar char="•"/>
            </a:pPr>
            <a:r>
              <a:rPr lang="en-US" b="1" dirty="0" err="1"/>
              <a:t>ViT</a:t>
            </a:r>
            <a:r>
              <a:rPr lang="en-US" b="1" dirty="0"/>
              <a:t> Advantage: </a:t>
            </a:r>
            <a:r>
              <a:rPr lang="en-US" dirty="0"/>
              <a:t>Outperforms CNNs in classification tasks</a:t>
            </a:r>
          </a:p>
          <a:p>
            <a:pPr>
              <a:buFont typeface="Arial" panose="020B0604020202020204" pitchFamily="34" charset="0"/>
              <a:buChar char="•"/>
            </a:pPr>
            <a:r>
              <a:rPr lang="en-US" dirty="0"/>
              <a:t>Requires large datasets for training</a:t>
            </a:r>
            <a:endParaRPr lang="en-US" sz="2400"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FA7B7D1A-E8B4-C997-7A84-D723E06E34B5}"/>
              </a:ext>
            </a:extLst>
          </p:cNvPr>
          <p:cNvCxnSpPr>
            <a:cxnSpLocks/>
          </p:cNvCxnSpPr>
          <p:nvPr/>
        </p:nvCxnSpPr>
        <p:spPr>
          <a:xfrm>
            <a:off x="231494" y="1041722"/>
            <a:ext cx="11806177" cy="0"/>
          </a:xfrm>
          <a:prstGeom prst="line">
            <a:avLst/>
          </a:prstGeom>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51592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7C2616-1272-64CB-71AC-58EE088C579A}"/>
              </a:ext>
            </a:extLst>
          </p:cNvPr>
          <p:cNvSpPr txBox="1"/>
          <p:nvPr/>
        </p:nvSpPr>
        <p:spPr>
          <a:xfrm>
            <a:off x="3455581" y="2722072"/>
            <a:ext cx="4986670"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3739416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W General">
  <a:themeElements>
    <a:clrScheme name="Hardcover">
      <a:dk1>
        <a:srgbClr val="000000"/>
      </a:dk1>
      <a:lt1>
        <a:srgbClr val="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699</Words>
  <Application>Microsoft Macintosh PowerPoint</Application>
  <PresentationFormat>Widescreen</PresentationFormat>
  <Paragraphs>38</Paragraphs>
  <Slides>6</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vt:i4>
      </vt:variant>
    </vt:vector>
  </HeadingPairs>
  <TitlesOfParts>
    <vt:vector size="16" baseType="lpstr">
      <vt:lpstr>Arial</vt:lpstr>
      <vt:lpstr>Book Antiqua</vt:lpstr>
      <vt:lpstr>Calibri</vt:lpstr>
      <vt:lpstr>Calibri Light</vt:lpstr>
      <vt:lpstr>Calisto MT</vt:lpstr>
      <vt:lpstr>Noto Sans Symbols</vt:lpstr>
      <vt:lpstr>Times New Roman</vt:lpstr>
      <vt:lpstr>Wingdings</vt:lpstr>
      <vt:lpstr>Office Theme</vt:lpstr>
      <vt:lpstr>GW General</vt:lpstr>
      <vt:lpstr>PowerPoint Presentation</vt:lpstr>
      <vt:lpstr>From Words to Images: The Journey of Transformers</vt:lpstr>
      <vt:lpstr>Attention: The Key to Focus</vt:lpstr>
      <vt:lpstr>Transformers: NLP Redefined</vt:lpstr>
      <vt:lpstr>Transformers See the World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Tushar Sharma</dc:creator>
  <cp:lastModifiedBy>Kurapalli, Sireesha</cp:lastModifiedBy>
  <cp:revision>82</cp:revision>
  <dcterms:created xsi:type="dcterms:W3CDTF">2023-10-15T03:53:11Z</dcterms:created>
  <dcterms:modified xsi:type="dcterms:W3CDTF">2024-11-15T02:45:43Z</dcterms:modified>
</cp:coreProperties>
</file>